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14763" y="9284426"/>
            <a:ext cx="4361180" cy="613410"/>
          </a:xfrm>
          <a:custGeom>
            <a:avLst/>
            <a:gdLst/>
            <a:ahLst/>
            <a:cxnLst/>
            <a:rect l="l" t="t" r="r" b="b"/>
            <a:pathLst>
              <a:path w="4361180" h="613409">
                <a:moveTo>
                  <a:pt x="4342345" y="82826"/>
                </a:moveTo>
                <a:lnTo>
                  <a:pt x="4326443" y="78259"/>
                </a:lnTo>
                <a:lnTo>
                  <a:pt x="4331688" y="59001"/>
                </a:lnTo>
                <a:lnTo>
                  <a:pt x="4336408" y="39533"/>
                </a:lnTo>
                <a:lnTo>
                  <a:pt x="4340595" y="19862"/>
                </a:lnTo>
                <a:lnTo>
                  <a:pt x="4344240" y="0"/>
                </a:lnTo>
                <a:lnTo>
                  <a:pt x="4360555" y="2747"/>
                </a:lnTo>
                <a:lnTo>
                  <a:pt x="4356825" y="23076"/>
                </a:lnTo>
                <a:lnTo>
                  <a:pt x="4352542" y="43205"/>
                </a:lnTo>
                <a:lnTo>
                  <a:pt x="4347712" y="63125"/>
                </a:lnTo>
                <a:lnTo>
                  <a:pt x="4342345" y="82826"/>
                </a:lnTo>
                <a:close/>
              </a:path>
              <a:path w="4361180" h="613409">
                <a:moveTo>
                  <a:pt x="4279540" y="234299"/>
                </a:moveTo>
                <a:lnTo>
                  <a:pt x="4265069" y="226282"/>
                </a:lnTo>
                <a:lnTo>
                  <a:pt x="4274519" y="208635"/>
                </a:lnTo>
                <a:lnTo>
                  <a:pt x="4283487" y="190700"/>
                </a:lnTo>
                <a:lnTo>
                  <a:pt x="4291965" y="172484"/>
                </a:lnTo>
                <a:lnTo>
                  <a:pt x="4299943" y="153995"/>
                </a:lnTo>
                <a:lnTo>
                  <a:pt x="4315224" y="160333"/>
                </a:lnTo>
                <a:lnTo>
                  <a:pt x="4307064" y="179252"/>
                </a:lnTo>
                <a:lnTo>
                  <a:pt x="4298390" y="197893"/>
                </a:lnTo>
                <a:lnTo>
                  <a:pt x="4289212" y="216245"/>
                </a:lnTo>
                <a:lnTo>
                  <a:pt x="4279540" y="234299"/>
                </a:lnTo>
                <a:close/>
              </a:path>
              <a:path w="4361180" h="613409">
                <a:moveTo>
                  <a:pt x="4184551" y="367958"/>
                </a:moveTo>
                <a:lnTo>
                  <a:pt x="4172216" y="356929"/>
                </a:lnTo>
                <a:lnTo>
                  <a:pt x="4185380" y="341790"/>
                </a:lnTo>
                <a:lnTo>
                  <a:pt x="4198122" y="326285"/>
                </a:lnTo>
                <a:lnTo>
                  <a:pt x="4210433" y="310422"/>
                </a:lnTo>
                <a:lnTo>
                  <a:pt x="4222303" y="294207"/>
                </a:lnTo>
                <a:lnTo>
                  <a:pt x="4235789" y="303796"/>
                </a:lnTo>
                <a:lnTo>
                  <a:pt x="4223643" y="320381"/>
                </a:lnTo>
                <a:lnTo>
                  <a:pt x="4211048" y="336609"/>
                </a:lnTo>
                <a:lnTo>
                  <a:pt x="4198015" y="352471"/>
                </a:lnTo>
                <a:lnTo>
                  <a:pt x="4184551" y="367958"/>
                </a:lnTo>
                <a:close/>
              </a:path>
              <a:path w="4361180" h="613409">
                <a:moveTo>
                  <a:pt x="4062326" y="477260"/>
                </a:moveTo>
                <a:lnTo>
                  <a:pt x="4052737" y="463774"/>
                </a:lnTo>
                <a:lnTo>
                  <a:pt x="4068951" y="451903"/>
                </a:lnTo>
                <a:lnTo>
                  <a:pt x="4084945" y="439485"/>
                </a:lnTo>
                <a:lnTo>
                  <a:pt x="4100319" y="426850"/>
                </a:lnTo>
                <a:lnTo>
                  <a:pt x="4115459" y="413686"/>
                </a:lnTo>
                <a:lnTo>
                  <a:pt x="4126487" y="426022"/>
                </a:lnTo>
                <a:lnTo>
                  <a:pt x="4111001" y="439485"/>
                </a:lnTo>
                <a:lnTo>
                  <a:pt x="4095139" y="452519"/>
                </a:lnTo>
                <a:lnTo>
                  <a:pt x="4078911" y="465113"/>
                </a:lnTo>
                <a:lnTo>
                  <a:pt x="4062326" y="477260"/>
                </a:lnTo>
                <a:close/>
              </a:path>
              <a:path w="4361180" h="613409">
                <a:moveTo>
                  <a:pt x="3918863" y="556694"/>
                </a:moveTo>
                <a:lnTo>
                  <a:pt x="3912525" y="541413"/>
                </a:lnTo>
                <a:lnTo>
                  <a:pt x="3931014" y="533435"/>
                </a:lnTo>
                <a:lnTo>
                  <a:pt x="3949230" y="524957"/>
                </a:lnTo>
                <a:lnTo>
                  <a:pt x="3967165" y="515989"/>
                </a:lnTo>
                <a:lnTo>
                  <a:pt x="3984811" y="506540"/>
                </a:lnTo>
                <a:lnTo>
                  <a:pt x="3992828" y="521010"/>
                </a:lnTo>
                <a:lnTo>
                  <a:pt x="3974774" y="530682"/>
                </a:lnTo>
                <a:lnTo>
                  <a:pt x="3956423" y="539860"/>
                </a:lnTo>
                <a:lnTo>
                  <a:pt x="3937782" y="548534"/>
                </a:lnTo>
                <a:lnTo>
                  <a:pt x="3918863" y="556694"/>
                </a:lnTo>
                <a:close/>
              </a:path>
              <a:path w="4361180" h="613409">
                <a:moveTo>
                  <a:pt x="3761276" y="602025"/>
                </a:moveTo>
                <a:lnTo>
                  <a:pt x="3758529" y="585710"/>
                </a:lnTo>
                <a:lnTo>
                  <a:pt x="3778392" y="582066"/>
                </a:lnTo>
                <a:lnTo>
                  <a:pt x="3798062" y="577879"/>
                </a:lnTo>
                <a:lnTo>
                  <a:pt x="3817531" y="573158"/>
                </a:lnTo>
                <a:lnTo>
                  <a:pt x="3836789" y="567913"/>
                </a:lnTo>
                <a:lnTo>
                  <a:pt x="3841356" y="583815"/>
                </a:lnTo>
                <a:lnTo>
                  <a:pt x="3821654" y="589183"/>
                </a:lnTo>
                <a:lnTo>
                  <a:pt x="3801735" y="594012"/>
                </a:lnTo>
                <a:lnTo>
                  <a:pt x="3781606" y="598295"/>
                </a:lnTo>
                <a:lnTo>
                  <a:pt x="3761276" y="602025"/>
                </a:lnTo>
                <a:close/>
              </a:path>
              <a:path w="4361180" h="613409">
                <a:moveTo>
                  <a:pt x="3648900" y="612188"/>
                </a:moveTo>
                <a:lnTo>
                  <a:pt x="3597708" y="612188"/>
                </a:lnTo>
                <a:lnTo>
                  <a:pt x="3597708" y="595643"/>
                </a:lnTo>
                <a:lnTo>
                  <a:pt x="3648671" y="595643"/>
                </a:lnTo>
                <a:lnTo>
                  <a:pt x="3658728" y="595434"/>
                </a:lnTo>
                <a:lnTo>
                  <a:pt x="3668750" y="595088"/>
                </a:lnTo>
                <a:lnTo>
                  <a:pt x="3678739" y="594604"/>
                </a:lnTo>
                <a:lnTo>
                  <a:pt x="3679649" y="611126"/>
                </a:lnTo>
                <a:lnTo>
                  <a:pt x="3669436" y="611620"/>
                </a:lnTo>
                <a:lnTo>
                  <a:pt x="3659186" y="611975"/>
                </a:lnTo>
                <a:lnTo>
                  <a:pt x="3648900" y="612188"/>
                </a:lnTo>
                <a:close/>
              </a:path>
              <a:path w="4361180" h="613409">
                <a:moveTo>
                  <a:pt x="913" y="613384"/>
                </a:moveTo>
                <a:lnTo>
                  <a:pt x="0" y="596862"/>
                </a:lnTo>
                <a:lnTo>
                  <a:pt x="10358" y="596361"/>
                </a:lnTo>
                <a:lnTo>
                  <a:pt x="20754" y="596002"/>
                </a:lnTo>
                <a:lnTo>
                  <a:pt x="34679" y="595712"/>
                </a:lnTo>
                <a:lnTo>
                  <a:pt x="82524" y="595712"/>
                </a:lnTo>
                <a:lnTo>
                  <a:pt x="82524" y="612259"/>
                </a:lnTo>
                <a:lnTo>
                  <a:pt x="34832" y="612259"/>
                </a:lnTo>
                <a:lnTo>
                  <a:pt x="21211" y="612543"/>
                </a:lnTo>
                <a:lnTo>
                  <a:pt x="11044" y="612895"/>
                </a:lnTo>
                <a:lnTo>
                  <a:pt x="913" y="613384"/>
                </a:lnTo>
                <a:close/>
              </a:path>
              <a:path w="4361180" h="613409">
                <a:moveTo>
                  <a:pt x="246024" y="612259"/>
                </a:moveTo>
                <a:lnTo>
                  <a:pt x="164273" y="612259"/>
                </a:lnTo>
                <a:lnTo>
                  <a:pt x="164273" y="595712"/>
                </a:lnTo>
                <a:lnTo>
                  <a:pt x="246024" y="595712"/>
                </a:lnTo>
                <a:lnTo>
                  <a:pt x="246024" y="612259"/>
                </a:lnTo>
                <a:close/>
              </a:path>
              <a:path w="4361180" h="613409">
                <a:moveTo>
                  <a:pt x="409517" y="612259"/>
                </a:moveTo>
                <a:lnTo>
                  <a:pt x="327766" y="612259"/>
                </a:lnTo>
                <a:lnTo>
                  <a:pt x="327766" y="595712"/>
                </a:lnTo>
                <a:lnTo>
                  <a:pt x="409517" y="595712"/>
                </a:lnTo>
                <a:lnTo>
                  <a:pt x="409517" y="612259"/>
                </a:lnTo>
                <a:close/>
              </a:path>
              <a:path w="4361180" h="613409">
                <a:moveTo>
                  <a:pt x="573011" y="612259"/>
                </a:moveTo>
                <a:lnTo>
                  <a:pt x="491268" y="612259"/>
                </a:lnTo>
                <a:lnTo>
                  <a:pt x="491268" y="595712"/>
                </a:lnTo>
                <a:lnTo>
                  <a:pt x="573011" y="595712"/>
                </a:lnTo>
                <a:lnTo>
                  <a:pt x="573011" y="612259"/>
                </a:lnTo>
                <a:close/>
              </a:path>
              <a:path w="4361180" h="613409">
                <a:moveTo>
                  <a:pt x="736513" y="612259"/>
                </a:moveTo>
                <a:lnTo>
                  <a:pt x="654762" y="612259"/>
                </a:lnTo>
                <a:lnTo>
                  <a:pt x="654762" y="595712"/>
                </a:lnTo>
                <a:lnTo>
                  <a:pt x="736513" y="595712"/>
                </a:lnTo>
                <a:lnTo>
                  <a:pt x="736513" y="612259"/>
                </a:lnTo>
                <a:close/>
              </a:path>
              <a:path w="4361180" h="613409">
                <a:moveTo>
                  <a:pt x="900007" y="612259"/>
                </a:moveTo>
                <a:lnTo>
                  <a:pt x="818256" y="612259"/>
                </a:lnTo>
                <a:lnTo>
                  <a:pt x="818256" y="595712"/>
                </a:lnTo>
                <a:lnTo>
                  <a:pt x="900007" y="595712"/>
                </a:lnTo>
                <a:lnTo>
                  <a:pt x="900007" y="612259"/>
                </a:lnTo>
                <a:close/>
              </a:path>
              <a:path w="4361180" h="613409">
                <a:moveTo>
                  <a:pt x="1063509" y="612259"/>
                </a:moveTo>
                <a:lnTo>
                  <a:pt x="981758" y="612259"/>
                </a:lnTo>
                <a:lnTo>
                  <a:pt x="981758" y="595712"/>
                </a:lnTo>
                <a:lnTo>
                  <a:pt x="1063509" y="595712"/>
                </a:lnTo>
                <a:lnTo>
                  <a:pt x="1063509" y="612259"/>
                </a:lnTo>
                <a:close/>
              </a:path>
              <a:path w="4361180" h="613409">
                <a:moveTo>
                  <a:pt x="1227003" y="612259"/>
                </a:moveTo>
                <a:lnTo>
                  <a:pt x="1145252" y="612259"/>
                </a:lnTo>
                <a:lnTo>
                  <a:pt x="1145252" y="595712"/>
                </a:lnTo>
                <a:lnTo>
                  <a:pt x="1227003" y="595712"/>
                </a:lnTo>
                <a:lnTo>
                  <a:pt x="1227003" y="612259"/>
                </a:lnTo>
                <a:close/>
              </a:path>
              <a:path w="4361180" h="613409">
                <a:moveTo>
                  <a:pt x="1390497" y="612259"/>
                </a:moveTo>
                <a:lnTo>
                  <a:pt x="1308754" y="612259"/>
                </a:lnTo>
                <a:lnTo>
                  <a:pt x="1308754" y="595712"/>
                </a:lnTo>
                <a:lnTo>
                  <a:pt x="1390497" y="595712"/>
                </a:lnTo>
                <a:lnTo>
                  <a:pt x="1390497" y="612259"/>
                </a:lnTo>
                <a:close/>
              </a:path>
              <a:path w="4361180" h="613409">
                <a:moveTo>
                  <a:pt x="1553999" y="612259"/>
                </a:moveTo>
                <a:lnTo>
                  <a:pt x="1472248" y="612259"/>
                </a:lnTo>
                <a:lnTo>
                  <a:pt x="1472248" y="595712"/>
                </a:lnTo>
                <a:lnTo>
                  <a:pt x="1553999" y="595712"/>
                </a:lnTo>
                <a:lnTo>
                  <a:pt x="1553999" y="612259"/>
                </a:lnTo>
                <a:close/>
              </a:path>
              <a:path w="4361180" h="613409">
                <a:moveTo>
                  <a:pt x="1717492" y="612259"/>
                </a:moveTo>
                <a:lnTo>
                  <a:pt x="1635741" y="612259"/>
                </a:lnTo>
                <a:lnTo>
                  <a:pt x="1635741" y="595712"/>
                </a:lnTo>
                <a:lnTo>
                  <a:pt x="1717492" y="595712"/>
                </a:lnTo>
                <a:lnTo>
                  <a:pt x="1717492" y="612259"/>
                </a:lnTo>
                <a:close/>
              </a:path>
              <a:path w="4361180" h="613409">
                <a:moveTo>
                  <a:pt x="1880986" y="612259"/>
                </a:moveTo>
                <a:lnTo>
                  <a:pt x="1799243" y="612259"/>
                </a:lnTo>
                <a:lnTo>
                  <a:pt x="1799243" y="595712"/>
                </a:lnTo>
                <a:lnTo>
                  <a:pt x="1880986" y="595712"/>
                </a:lnTo>
                <a:lnTo>
                  <a:pt x="1880986" y="612259"/>
                </a:lnTo>
                <a:close/>
              </a:path>
              <a:path w="4361180" h="613409">
                <a:moveTo>
                  <a:pt x="2044488" y="612259"/>
                </a:moveTo>
                <a:lnTo>
                  <a:pt x="1962737" y="612259"/>
                </a:lnTo>
                <a:lnTo>
                  <a:pt x="1962737" y="595712"/>
                </a:lnTo>
                <a:lnTo>
                  <a:pt x="2044488" y="595712"/>
                </a:lnTo>
                <a:lnTo>
                  <a:pt x="2044488" y="612259"/>
                </a:lnTo>
                <a:close/>
              </a:path>
              <a:path w="4361180" h="613409">
                <a:moveTo>
                  <a:pt x="2207982" y="612259"/>
                </a:moveTo>
                <a:lnTo>
                  <a:pt x="2126231" y="612259"/>
                </a:lnTo>
                <a:lnTo>
                  <a:pt x="2126231" y="595712"/>
                </a:lnTo>
                <a:lnTo>
                  <a:pt x="2207982" y="595712"/>
                </a:lnTo>
                <a:lnTo>
                  <a:pt x="2207982" y="612259"/>
                </a:lnTo>
                <a:close/>
              </a:path>
              <a:path w="4361180" h="613409">
                <a:moveTo>
                  <a:pt x="2371476" y="612259"/>
                </a:moveTo>
                <a:lnTo>
                  <a:pt x="2289733" y="612259"/>
                </a:lnTo>
                <a:lnTo>
                  <a:pt x="2289733" y="595712"/>
                </a:lnTo>
                <a:lnTo>
                  <a:pt x="2371476" y="595712"/>
                </a:lnTo>
                <a:lnTo>
                  <a:pt x="2371476" y="612259"/>
                </a:lnTo>
                <a:close/>
              </a:path>
              <a:path w="4361180" h="613409">
                <a:moveTo>
                  <a:pt x="2534978" y="612259"/>
                </a:moveTo>
                <a:lnTo>
                  <a:pt x="2453227" y="612259"/>
                </a:lnTo>
                <a:lnTo>
                  <a:pt x="2453227" y="595712"/>
                </a:lnTo>
                <a:lnTo>
                  <a:pt x="2534978" y="595712"/>
                </a:lnTo>
                <a:lnTo>
                  <a:pt x="2534978" y="612259"/>
                </a:lnTo>
                <a:close/>
              </a:path>
              <a:path w="4361180" h="613409">
                <a:moveTo>
                  <a:pt x="2698472" y="612259"/>
                </a:moveTo>
                <a:lnTo>
                  <a:pt x="2616721" y="612259"/>
                </a:lnTo>
                <a:lnTo>
                  <a:pt x="2616721" y="595712"/>
                </a:lnTo>
                <a:lnTo>
                  <a:pt x="2698472" y="595712"/>
                </a:lnTo>
                <a:lnTo>
                  <a:pt x="2698472" y="612259"/>
                </a:lnTo>
                <a:close/>
              </a:path>
              <a:path w="4361180" h="613409">
                <a:moveTo>
                  <a:pt x="2861965" y="612259"/>
                </a:moveTo>
                <a:lnTo>
                  <a:pt x="2780223" y="612259"/>
                </a:lnTo>
                <a:lnTo>
                  <a:pt x="2780223" y="595712"/>
                </a:lnTo>
                <a:lnTo>
                  <a:pt x="2861965" y="595712"/>
                </a:lnTo>
                <a:lnTo>
                  <a:pt x="2861965" y="612259"/>
                </a:lnTo>
                <a:close/>
              </a:path>
              <a:path w="4361180" h="613409">
                <a:moveTo>
                  <a:pt x="3025467" y="612259"/>
                </a:moveTo>
                <a:lnTo>
                  <a:pt x="2943716" y="612259"/>
                </a:lnTo>
                <a:lnTo>
                  <a:pt x="2943716" y="595712"/>
                </a:lnTo>
                <a:lnTo>
                  <a:pt x="3025467" y="595712"/>
                </a:lnTo>
                <a:lnTo>
                  <a:pt x="3025467" y="612259"/>
                </a:lnTo>
                <a:close/>
              </a:path>
              <a:path w="4361180" h="613409">
                <a:moveTo>
                  <a:pt x="3188961" y="612259"/>
                </a:moveTo>
                <a:lnTo>
                  <a:pt x="3107210" y="612259"/>
                </a:lnTo>
                <a:lnTo>
                  <a:pt x="3107210" y="595712"/>
                </a:lnTo>
                <a:lnTo>
                  <a:pt x="3188961" y="595712"/>
                </a:lnTo>
                <a:lnTo>
                  <a:pt x="3188961" y="612259"/>
                </a:lnTo>
                <a:close/>
              </a:path>
              <a:path w="4361180" h="613409">
                <a:moveTo>
                  <a:pt x="3352455" y="612259"/>
                </a:moveTo>
                <a:lnTo>
                  <a:pt x="3270712" y="612259"/>
                </a:lnTo>
                <a:lnTo>
                  <a:pt x="3270712" y="595712"/>
                </a:lnTo>
                <a:lnTo>
                  <a:pt x="3352455" y="595712"/>
                </a:lnTo>
                <a:lnTo>
                  <a:pt x="3352455" y="612259"/>
                </a:lnTo>
                <a:close/>
              </a:path>
              <a:path w="4361180" h="613409">
                <a:moveTo>
                  <a:pt x="3515957" y="612259"/>
                </a:moveTo>
                <a:lnTo>
                  <a:pt x="3434206" y="612259"/>
                </a:lnTo>
                <a:lnTo>
                  <a:pt x="3434206" y="595712"/>
                </a:lnTo>
                <a:lnTo>
                  <a:pt x="3515957" y="595712"/>
                </a:lnTo>
                <a:lnTo>
                  <a:pt x="3515957" y="612259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30664" y="9880244"/>
            <a:ext cx="82550" cy="17780"/>
          </a:xfrm>
          <a:custGeom>
            <a:avLst/>
            <a:gdLst/>
            <a:ahLst/>
            <a:cxnLst/>
            <a:rect l="l" t="t" r="r" b="b"/>
            <a:pathLst>
              <a:path w="82550" h="17779">
                <a:moveTo>
                  <a:pt x="82092" y="0"/>
                </a:moveTo>
                <a:lnTo>
                  <a:pt x="8064" y="0"/>
                </a:lnTo>
                <a:lnTo>
                  <a:pt x="8064" y="1270"/>
                </a:lnTo>
                <a:lnTo>
                  <a:pt x="0" y="1270"/>
                </a:lnTo>
                <a:lnTo>
                  <a:pt x="0" y="16510"/>
                </a:lnTo>
                <a:lnTo>
                  <a:pt x="457" y="16510"/>
                </a:lnTo>
                <a:lnTo>
                  <a:pt x="457" y="17780"/>
                </a:lnTo>
                <a:lnTo>
                  <a:pt x="9232" y="17780"/>
                </a:lnTo>
                <a:lnTo>
                  <a:pt x="9232" y="16510"/>
                </a:lnTo>
                <a:lnTo>
                  <a:pt x="82092" y="16510"/>
                </a:lnTo>
                <a:lnTo>
                  <a:pt x="82092" y="1270"/>
                </a:lnTo>
                <a:lnTo>
                  <a:pt x="82092" y="0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9451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5800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421509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58500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4849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911999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07549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238994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4402488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565982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729484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892978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056471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219974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38346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546961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571046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87395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037451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20095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364446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89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8338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46889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51038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673885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837379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00087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4375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327869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491362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5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654864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818358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81852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2145354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2308848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2472341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1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1" y="0"/>
                </a:lnTo>
                <a:lnTo>
                  <a:pt x="81751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2635843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42" y="16547"/>
                </a:moveTo>
                <a:lnTo>
                  <a:pt x="0" y="16547"/>
                </a:lnTo>
                <a:lnTo>
                  <a:pt x="0" y="0"/>
                </a:lnTo>
                <a:lnTo>
                  <a:pt x="81742" y="0"/>
                </a:lnTo>
                <a:lnTo>
                  <a:pt x="81742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799337" y="9880139"/>
            <a:ext cx="81915" cy="17145"/>
          </a:xfrm>
          <a:custGeom>
            <a:avLst/>
            <a:gdLst/>
            <a:ahLst/>
            <a:cxnLst/>
            <a:rect l="l" t="t" r="r" b="b"/>
            <a:pathLst>
              <a:path w="81914" h="17145">
                <a:moveTo>
                  <a:pt x="81750" y="16547"/>
                </a:moveTo>
                <a:lnTo>
                  <a:pt x="0" y="16547"/>
                </a:lnTo>
                <a:lnTo>
                  <a:pt x="0" y="0"/>
                </a:lnTo>
                <a:lnTo>
                  <a:pt x="81750" y="0"/>
                </a:lnTo>
                <a:lnTo>
                  <a:pt x="81750" y="16547"/>
                </a:lnTo>
                <a:close/>
              </a:path>
            </a:pathLst>
          </a:custGeom>
          <a:solidFill>
            <a:srgbClr val="599C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119357" y="9678055"/>
            <a:ext cx="1018540" cy="398145"/>
          </a:xfrm>
          <a:custGeom>
            <a:avLst/>
            <a:gdLst/>
            <a:ahLst/>
            <a:cxnLst/>
            <a:rect l="l" t="t" r="r" b="b"/>
            <a:pathLst>
              <a:path w="1018539" h="398145">
                <a:moveTo>
                  <a:pt x="819608" y="397694"/>
                </a:moveTo>
                <a:lnTo>
                  <a:pt x="0" y="397695"/>
                </a:lnTo>
                <a:lnTo>
                  <a:pt x="198847" y="198847"/>
                </a:lnTo>
                <a:lnTo>
                  <a:pt x="0" y="0"/>
                </a:lnTo>
                <a:lnTo>
                  <a:pt x="819608" y="0"/>
                </a:lnTo>
                <a:lnTo>
                  <a:pt x="1018456" y="198847"/>
                </a:lnTo>
                <a:lnTo>
                  <a:pt x="819608" y="397694"/>
                </a:lnTo>
                <a:close/>
              </a:path>
            </a:pathLst>
          </a:custGeom>
          <a:solidFill>
            <a:srgbClr val="E3D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119377" y="9678055"/>
            <a:ext cx="1018540" cy="398145"/>
          </a:xfrm>
          <a:custGeom>
            <a:avLst/>
            <a:gdLst/>
            <a:ahLst/>
            <a:cxnLst/>
            <a:rect l="l" t="t" r="r" b="b"/>
            <a:pathLst>
              <a:path w="1018539" h="398145">
                <a:moveTo>
                  <a:pt x="0" y="0"/>
                </a:moveTo>
                <a:lnTo>
                  <a:pt x="819555" y="0"/>
                </a:lnTo>
                <a:lnTo>
                  <a:pt x="1018419" y="198863"/>
                </a:lnTo>
                <a:lnTo>
                  <a:pt x="819555" y="397673"/>
                </a:lnTo>
                <a:lnTo>
                  <a:pt x="2" y="397671"/>
                </a:lnTo>
                <a:lnTo>
                  <a:pt x="198824" y="198844"/>
                </a:lnTo>
                <a:lnTo>
                  <a:pt x="0" y="0"/>
                </a:lnTo>
              </a:path>
            </a:pathLst>
          </a:custGeom>
          <a:ln w="57149">
            <a:solidFill>
              <a:srgbClr val="2E33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3375199" y="9678054"/>
            <a:ext cx="1018540" cy="398145"/>
          </a:xfrm>
          <a:custGeom>
            <a:avLst/>
            <a:gdLst/>
            <a:ahLst/>
            <a:cxnLst/>
            <a:rect l="l" t="t" r="r" b="b"/>
            <a:pathLst>
              <a:path w="1018539" h="398145">
                <a:moveTo>
                  <a:pt x="819608" y="397694"/>
                </a:moveTo>
                <a:lnTo>
                  <a:pt x="0" y="397695"/>
                </a:lnTo>
                <a:lnTo>
                  <a:pt x="198847" y="198847"/>
                </a:lnTo>
                <a:lnTo>
                  <a:pt x="0" y="0"/>
                </a:lnTo>
                <a:lnTo>
                  <a:pt x="819608" y="0"/>
                </a:lnTo>
                <a:lnTo>
                  <a:pt x="1018455" y="198847"/>
                </a:lnTo>
                <a:lnTo>
                  <a:pt x="819608" y="397694"/>
                </a:lnTo>
                <a:close/>
              </a:path>
            </a:pathLst>
          </a:custGeom>
          <a:solidFill>
            <a:srgbClr val="E3D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3375220" y="9678054"/>
            <a:ext cx="1018540" cy="398145"/>
          </a:xfrm>
          <a:custGeom>
            <a:avLst/>
            <a:gdLst/>
            <a:ahLst/>
            <a:cxnLst/>
            <a:rect l="l" t="t" r="r" b="b"/>
            <a:pathLst>
              <a:path w="1018539" h="398145">
                <a:moveTo>
                  <a:pt x="0" y="0"/>
                </a:moveTo>
                <a:lnTo>
                  <a:pt x="819555" y="0"/>
                </a:lnTo>
                <a:lnTo>
                  <a:pt x="1018418" y="198863"/>
                </a:lnTo>
                <a:lnTo>
                  <a:pt x="819555" y="397673"/>
                </a:lnTo>
                <a:lnTo>
                  <a:pt x="2" y="397671"/>
                </a:lnTo>
                <a:lnTo>
                  <a:pt x="198824" y="198844"/>
                </a:lnTo>
                <a:lnTo>
                  <a:pt x="0" y="0"/>
                </a:lnTo>
              </a:path>
            </a:pathLst>
          </a:custGeom>
          <a:ln w="57149">
            <a:solidFill>
              <a:srgbClr val="2E33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9831298" y="8651976"/>
            <a:ext cx="441959" cy="443230"/>
          </a:xfrm>
          <a:custGeom>
            <a:avLst/>
            <a:gdLst/>
            <a:ahLst/>
            <a:cxnLst/>
            <a:rect l="l" t="t" r="r" b="b"/>
            <a:pathLst>
              <a:path w="441959" h="443229">
                <a:moveTo>
                  <a:pt x="397967" y="212953"/>
                </a:moveTo>
                <a:lnTo>
                  <a:pt x="394766" y="186944"/>
                </a:lnTo>
                <a:lnTo>
                  <a:pt x="387794" y="161683"/>
                </a:lnTo>
                <a:lnTo>
                  <a:pt x="379666" y="143306"/>
                </a:lnTo>
                <a:lnTo>
                  <a:pt x="379666" y="229349"/>
                </a:lnTo>
                <a:lnTo>
                  <a:pt x="376796" y="252679"/>
                </a:lnTo>
                <a:lnTo>
                  <a:pt x="361086" y="296684"/>
                </a:lnTo>
                <a:lnTo>
                  <a:pt x="333311" y="334238"/>
                </a:lnTo>
                <a:lnTo>
                  <a:pt x="292100" y="364045"/>
                </a:lnTo>
                <a:lnTo>
                  <a:pt x="245287" y="378955"/>
                </a:lnTo>
                <a:lnTo>
                  <a:pt x="196608" y="378955"/>
                </a:lnTo>
                <a:lnTo>
                  <a:pt x="149809" y="364045"/>
                </a:lnTo>
                <a:lnTo>
                  <a:pt x="108597" y="334238"/>
                </a:lnTo>
                <a:lnTo>
                  <a:pt x="80810" y="296684"/>
                </a:lnTo>
                <a:lnTo>
                  <a:pt x="65100" y="252679"/>
                </a:lnTo>
                <a:lnTo>
                  <a:pt x="62242" y="229349"/>
                </a:lnTo>
                <a:lnTo>
                  <a:pt x="62814" y="205981"/>
                </a:lnTo>
                <a:lnTo>
                  <a:pt x="74142" y="160642"/>
                </a:lnTo>
                <a:lnTo>
                  <a:pt x="98120" y="120548"/>
                </a:lnTo>
                <a:lnTo>
                  <a:pt x="132676" y="89154"/>
                </a:lnTo>
                <a:lnTo>
                  <a:pt x="174828" y="69164"/>
                </a:lnTo>
                <a:lnTo>
                  <a:pt x="220954" y="62306"/>
                </a:lnTo>
                <a:lnTo>
                  <a:pt x="244322" y="64046"/>
                </a:lnTo>
                <a:lnTo>
                  <a:pt x="288836" y="77571"/>
                </a:lnTo>
                <a:lnTo>
                  <a:pt x="327710" y="103619"/>
                </a:lnTo>
                <a:lnTo>
                  <a:pt x="357212" y="139649"/>
                </a:lnTo>
                <a:lnTo>
                  <a:pt x="375107" y="182956"/>
                </a:lnTo>
                <a:lnTo>
                  <a:pt x="379666" y="229349"/>
                </a:lnTo>
                <a:lnTo>
                  <a:pt x="379666" y="143306"/>
                </a:lnTo>
                <a:lnTo>
                  <a:pt x="346265" y="95973"/>
                </a:lnTo>
                <a:lnTo>
                  <a:pt x="308508" y="67106"/>
                </a:lnTo>
                <a:lnTo>
                  <a:pt x="296697" y="62306"/>
                </a:lnTo>
                <a:lnTo>
                  <a:pt x="265938" y="49796"/>
                </a:lnTo>
                <a:lnTo>
                  <a:pt x="220954" y="44018"/>
                </a:lnTo>
                <a:lnTo>
                  <a:pt x="175971" y="49796"/>
                </a:lnTo>
                <a:lnTo>
                  <a:pt x="133388" y="67106"/>
                </a:lnTo>
                <a:lnTo>
                  <a:pt x="95631" y="95973"/>
                </a:lnTo>
                <a:lnTo>
                  <a:pt x="64655" y="137845"/>
                </a:lnTo>
                <a:lnTo>
                  <a:pt x="47129" y="186944"/>
                </a:lnTo>
                <a:lnTo>
                  <a:pt x="43929" y="212953"/>
                </a:lnTo>
                <a:lnTo>
                  <a:pt x="44577" y="239014"/>
                </a:lnTo>
                <a:lnTo>
                  <a:pt x="57213" y="289585"/>
                </a:lnTo>
                <a:lnTo>
                  <a:pt x="83896" y="334238"/>
                </a:lnTo>
                <a:lnTo>
                  <a:pt x="122491" y="369316"/>
                </a:lnTo>
                <a:lnTo>
                  <a:pt x="169506" y="391604"/>
                </a:lnTo>
                <a:lnTo>
                  <a:pt x="220954" y="399262"/>
                </a:lnTo>
                <a:lnTo>
                  <a:pt x="247027" y="397332"/>
                </a:lnTo>
                <a:lnTo>
                  <a:pt x="296659" y="382231"/>
                </a:lnTo>
                <a:lnTo>
                  <a:pt x="340017" y="353187"/>
                </a:lnTo>
                <a:lnTo>
                  <a:pt x="372922" y="312991"/>
                </a:lnTo>
                <a:lnTo>
                  <a:pt x="392887" y="264693"/>
                </a:lnTo>
                <a:lnTo>
                  <a:pt x="397319" y="239014"/>
                </a:lnTo>
                <a:lnTo>
                  <a:pt x="397967" y="212953"/>
                </a:lnTo>
                <a:close/>
              </a:path>
              <a:path w="441959" h="443229">
                <a:moveTo>
                  <a:pt x="441744" y="210807"/>
                </a:moveTo>
                <a:lnTo>
                  <a:pt x="437756" y="178371"/>
                </a:lnTo>
                <a:lnTo>
                  <a:pt x="429056" y="146862"/>
                </a:lnTo>
                <a:lnTo>
                  <a:pt x="423608" y="134556"/>
                </a:lnTo>
                <a:lnTo>
                  <a:pt x="423608" y="221576"/>
                </a:lnTo>
                <a:lnTo>
                  <a:pt x="419671" y="261404"/>
                </a:lnTo>
                <a:lnTo>
                  <a:pt x="408165" y="299326"/>
                </a:lnTo>
                <a:lnTo>
                  <a:pt x="389547" y="334289"/>
                </a:lnTo>
                <a:lnTo>
                  <a:pt x="364236" y="365239"/>
                </a:lnTo>
                <a:lnTo>
                  <a:pt x="333362" y="390601"/>
                </a:lnTo>
                <a:lnTo>
                  <a:pt x="298488" y="409282"/>
                </a:lnTo>
                <a:lnTo>
                  <a:pt x="260654" y="420814"/>
                </a:lnTo>
                <a:lnTo>
                  <a:pt x="220929" y="424751"/>
                </a:lnTo>
                <a:lnTo>
                  <a:pt x="181013" y="420814"/>
                </a:lnTo>
                <a:lnTo>
                  <a:pt x="181140" y="420814"/>
                </a:lnTo>
                <a:lnTo>
                  <a:pt x="143294" y="409282"/>
                </a:lnTo>
                <a:lnTo>
                  <a:pt x="108407" y="390601"/>
                </a:lnTo>
                <a:lnTo>
                  <a:pt x="77546" y="365239"/>
                </a:lnTo>
                <a:lnTo>
                  <a:pt x="48564" y="328587"/>
                </a:lnTo>
                <a:lnTo>
                  <a:pt x="29197" y="287528"/>
                </a:lnTo>
                <a:lnTo>
                  <a:pt x="19519" y="243865"/>
                </a:lnTo>
                <a:lnTo>
                  <a:pt x="19519" y="199326"/>
                </a:lnTo>
                <a:lnTo>
                  <a:pt x="29197" y="155663"/>
                </a:lnTo>
                <a:lnTo>
                  <a:pt x="48564" y="114604"/>
                </a:lnTo>
                <a:lnTo>
                  <a:pt x="77597" y="77889"/>
                </a:lnTo>
                <a:lnTo>
                  <a:pt x="108280" y="52552"/>
                </a:lnTo>
                <a:lnTo>
                  <a:pt x="143332" y="33743"/>
                </a:lnTo>
                <a:lnTo>
                  <a:pt x="181381" y="22199"/>
                </a:lnTo>
                <a:lnTo>
                  <a:pt x="220954" y="18376"/>
                </a:lnTo>
                <a:lnTo>
                  <a:pt x="240855" y="19304"/>
                </a:lnTo>
                <a:lnTo>
                  <a:pt x="279806" y="27012"/>
                </a:lnTo>
                <a:lnTo>
                  <a:pt x="316585" y="42291"/>
                </a:lnTo>
                <a:lnTo>
                  <a:pt x="349567" y="64439"/>
                </a:lnTo>
                <a:lnTo>
                  <a:pt x="389597" y="108851"/>
                </a:lnTo>
                <a:lnTo>
                  <a:pt x="408203" y="143827"/>
                </a:lnTo>
                <a:lnTo>
                  <a:pt x="419696" y="181762"/>
                </a:lnTo>
                <a:lnTo>
                  <a:pt x="423608" y="221576"/>
                </a:lnTo>
                <a:lnTo>
                  <a:pt x="423608" y="134556"/>
                </a:lnTo>
                <a:lnTo>
                  <a:pt x="398551" y="89662"/>
                </a:lnTo>
                <a:lnTo>
                  <a:pt x="361162" y="50279"/>
                </a:lnTo>
                <a:lnTo>
                  <a:pt x="325183" y="26174"/>
                </a:lnTo>
                <a:lnTo>
                  <a:pt x="308711" y="18376"/>
                </a:lnTo>
                <a:lnTo>
                  <a:pt x="305549" y="16865"/>
                </a:lnTo>
                <a:lnTo>
                  <a:pt x="285089" y="9537"/>
                </a:lnTo>
                <a:lnTo>
                  <a:pt x="264071" y="4254"/>
                </a:lnTo>
                <a:lnTo>
                  <a:pt x="242646" y="1066"/>
                </a:lnTo>
                <a:lnTo>
                  <a:pt x="220954" y="0"/>
                </a:lnTo>
                <a:lnTo>
                  <a:pt x="199250" y="1066"/>
                </a:lnTo>
                <a:lnTo>
                  <a:pt x="156806" y="9537"/>
                </a:lnTo>
                <a:lnTo>
                  <a:pt x="116725" y="26174"/>
                </a:lnTo>
                <a:lnTo>
                  <a:pt x="80733" y="50279"/>
                </a:lnTo>
                <a:lnTo>
                  <a:pt x="36360" y="99631"/>
                </a:lnTo>
                <a:lnTo>
                  <a:pt x="16154" y="138176"/>
                </a:lnTo>
                <a:lnTo>
                  <a:pt x="4038" y="179247"/>
                </a:lnTo>
                <a:lnTo>
                  <a:pt x="0" y="221576"/>
                </a:lnTo>
                <a:lnTo>
                  <a:pt x="4038" y="263944"/>
                </a:lnTo>
                <a:lnTo>
                  <a:pt x="16154" y="305028"/>
                </a:lnTo>
                <a:lnTo>
                  <a:pt x="36360" y="343560"/>
                </a:lnTo>
                <a:lnTo>
                  <a:pt x="64643" y="378294"/>
                </a:lnTo>
                <a:lnTo>
                  <a:pt x="97993" y="405853"/>
                </a:lnTo>
                <a:lnTo>
                  <a:pt x="136309" y="426440"/>
                </a:lnTo>
                <a:lnTo>
                  <a:pt x="156451" y="433654"/>
                </a:lnTo>
                <a:lnTo>
                  <a:pt x="156311" y="433654"/>
                </a:lnTo>
                <a:lnTo>
                  <a:pt x="177800" y="439026"/>
                </a:lnTo>
                <a:lnTo>
                  <a:pt x="199250" y="442175"/>
                </a:lnTo>
                <a:lnTo>
                  <a:pt x="220954" y="443204"/>
                </a:lnTo>
                <a:lnTo>
                  <a:pt x="253466" y="440791"/>
                </a:lnTo>
                <a:lnTo>
                  <a:pt x="308152" y="424751"/>
                </a:lnTo>
                <a:lnTo>
                  <a:pt x="343763" y="405853"/>
                </a:lnTo>
                <a:lnTo>
                  <a:pt x="391833" y="362178"/>
                </a:lnTo>
                <a:lnTo>
                  <a:pt x="425183" y="306400"/>
                </a:lnTo>
                <a:lnTo>
                  <a:pt x="440944" y="243319"/>
                </a:lnTo>
                <a:lnTo>
                  <a:pt x="441744" y="210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bg object 6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7856" y="8740571"/>
            <a:ext cx="147196" cy="142177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2205" y="8993821"/>
            <a:ext cx="267051" cy="267764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9631" y="7022796"/>
            <a:ext cx="861427" cy="790922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66907" y="5490559"/>
            <a:ext cx="965033" cy="710359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65296" y="1090290"/>
            <a:ext cx="216090" cy="216825"/>
          </a:xfrm>
          <a:prstGeom prst="rect">
            <a:avLst/>
          </a:prstGeom>
        </p:spPr>
      </p:pic>
      <p:sp>
        <p:nvSpPr>
          <p:cNvPr id="67" name="bg object 67"/>
          <p:cNvSpPr/>
          <p:nvPr/>
        </p:nvSpPr>
        <p:spPr>
          <a:xfrm>
            <a:off x="12423816" y="1138750"/>
            <a:ext cx="276225" cy="410845"/>
          </a:xfrm>
          <a:custGeom>
            <a:avLst/>
            <a:gdLst/>
            <a:ahLst/>
            <a:cxnLst/>
            <a:rect l="l" t="t" r="r" b="b"/>
            <a:pathLst>
              <a:path w="276225" h="410844">
                <a:moveTo>
                  <a:pt x="204636" y="410667"/>
                </a:moveTo>
                <a:lnTo>
                  <a:pt x="157772" y="405234"/>
                </a:lnTo>
                <a:lnTo>
                  <a:pt x="114721" y="389765"/>
                </a:lnTo>
                <a:lnTo>
                  <a:pt x="76722" y="365501"/>
                </a:lnTo>
                <a:lnTo>
                  <a:pt x="45013" y="333683"/>
                </a:lnTo>
                <a:lnTo>
                  <a:pt x="20831" y="295555"/>
                </a:lnTo>
                <a:lnTo>
                  <a:pt x="5414" y="252357"/>
                </a:lnTo>
                <a:lnTo>
                  <a:pt x="0" y="205333"/>
                </a:lnTo>
                <a:lnTo>
                  <a:pt x="5369" y="158693"/>
                </a:lnTo>
                <a:lnTo>
                  <a:pt x="5414" y="158309"/>
                </a:lnTo>
                <a:lnTo>
                  <a:pt x="20831" y="115112"/>
                </a:lnTo>
                <a:lnTo>
                  <a:pt x="45013" y="76983"/>
                </a:lnTo>
                <a:lnTo>
                  <a:pt x="76722" y="45166"/>
                </a:lnTo>
                <a:lnTo>
                  <a:pt x="114721" y="20901"/>
                </a:lnTo>
                <a:lnTo>
                  <a:pt x="157772" y="5432"/>
                </a:lnTo>
                <a:lnTo>
                  <a:pt x="204636" y="0"/>
                </a:lnTo>
                <a:lnTo>
                  <a:pt x="207674" y="0"/>
                </a:lnTo>
                <a:lnTo>
                  <a:pt x="210587" y="1210"/>
                </a:lnTo>
                <a:lnTo>
                  <a:pt x="214796" y="5432"/>
                </a:lnTo>
                <a:lnTo>
                  <a:pt x="216089" y="8443"/>
                </a:lnTo>
                <a:lnTo>
                  <a:pt x="216089" y="23341"/>
                </a:lnTo>
                <a:lnTo>
                  <a:pt x="193183" y="23341"/>
                </a:lnTo>
                <a:lnTo>
                  <a:pt x="147622" y="32173"/>
                </a:lnTo>
                <a:lnTo>
                  <a:pt x="106863" y="51682"/>
                </a:lnTo>
                <a:lnTo>
                  <a:pt x="72460" y="80310"/>
                </a:lnTo>
                <a:lnTo>
                  <a:pt x="45964" y="116500"/>
                </a:lnTo>
                <a:lnTo>
                  <a:pt x="28929" y="158693"/>
                </a:lnTo>
                <a:lnTo>
                  <a:pt x="22905" y="205333"/>
                </a:lnTo>
                <a:lnTo>
                  <a:pt x="24104" y="226097"/>
                </a:lnTo>
                <a:lnTo>
                  <a:pt x="33451" y="266418"/>
                </a:lnTo>
                <a:lnTo>
                  <a:pt x="51685" y="303701"/>
                </a:lnTo>
                <a:lnTo>
                  <a:pt x="77752" y="335788"/>
                </a:lnTo>
                <a:lnTo>
                  <a:pt x="110470" y="361225"/>
                </a:lnTo>
                <a:lnTo>
                  <a:pt x="147944" y="378540"/>
                </a:lnTo>
                <a:lnTo>
                  <a:pt x="188477" y="386947"/>
                </a:lnTo>
                <a:lnTo>
                  <a:pt x="205708" y="387518"/>
                </a:lnTo>
                <a:lnTo>
                  <a:pt x="275969" y="387518"/>
                </a:lnTo>
                <a:lnTo>
                  <a:pt x="275918" y="392040"/>
                </a:lnTo>
                <a:lnTo>
                  <a:pt x="236799" y="408142"/>
                </a:lnTo>
                <a:lnTo>
                  <a:pt x="220780" y="410041"/>
                </a:lnTo>
                <a:lnTo>
                  <a:pt x="204636" y="410667"/>
                </a:lnTo>
                <a:close/>
              </a:path>
              <a:path w="276225" h="410844">
                <a:moveTo>
                  <a:pt x="275969" y="387518"/>
                </a:moveTo>
                <a:lnTo>
                  <a:pt x="210524" y="387518"/>
                </a:lnTo>
                <a:lnTo>
                  <a:pt x="229722" y="385962"/>
                </a:lnTo>
                <a:lnTo>
                  <a:pt x="250059" y="381942"/>
                </a:lnTo>
                <a:lnTo>
                  <a:pt x="193375" y="207748"/>
                </a:lnTo>
                <a:lnTo>
                  <a:pt x="193183" y="206544"/>
                </a:lnTo>
                <a:lnTo>
                  <a:pt x="193183" y="23341"/>
                </a:lnTo>
                <a:lnTo>
                  <a:pt x="216089" y="23341"/>
                </a:lnTo>
                <a:lnTo>
                  <a:pt x="216089" y="203505"/>
                </a:lnTo>
                <a:lnTo>
                  <a:pt x="275969" y="387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bg object 6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16862" y="1332592"/>
            <a:ext cx="216230" cy="207301"/>
          </a:xfrm>
          <a:prstGeom prst="rect">
            <a:avLst/>
          </a:prstGeom>
        </p:spPr>
      </p:pic>
      <p:sp>
        <p:nvSpPr>
          <p:cNvPr id="69" name="bg object 69"/>
          <p:cNvSpPr/>
          <p:nvPr/>
        </p:nvSpPr>
        <p:spPr>
          <a:xfrm>
            <a:off x="12503264" y="855598"/>
            <a:ext cx="403225" cy="592455"/>
          </a:xfrm>
          <a:custGeom>
            <a:avLst/>
            <a:gdLst/>
            <a:ahLst/>
            <a:cxnLst/>
            <a:rect l="l" t="t" r="r" b="b"/>
            <a:pathLst>
              <a:path w="403225" h="592455">
                <a:moveTo>
                  <a:pt x="72123" y="8445"/>
                </a:moveTo>
                <a:lnTo>
                  <a:pt x="70916" y="5524"/>
                </a:lnTo>
                <a:lnTo>
                  <a:pt x="66624" y="1219"/>
                </a:lnTo>
                <a:lnTo>
                  <a:pt x="63703" y="0"/>
                </a:lnTo>
                <a:lnTo>
                  <a:pt x="8420" y="0"/>
                </a:lnTo>
                <a:lnTo>
                  <a:pt x="5499" y="1219"/>
                </a:lnTo>
                <a:lnTo>
                  <a:pt x="1206" y="5524"/>
                </a:lnTo>
                <a:lnTo>
                  <a:pt x="0" y="8445"/>
                </a:lnTo>
                <a:lnTo>
                  <a:pt x="0" y="334835"/>
                </a:lnTo>
                <a:lnTo>
                  <a:pt x="1206" y="337756"/>
                </a:lnTo>
                <a:lnTo>
                  <a:pt x="5499" y="342074"/>
                </a:lnTo>
                <a:lnTo>
                  <a:pt x="8420" y="343281"/>
                </a:lnTo>
                <a:lnTo>
                  <a:pt x="11455" y="343281"/>
                </a:lnTo>
                <a:lnTo>
                  <a:pt x="14490" y="343281"/>
                </a:lnTo>
                <a:lnTo>
                  <a:pt x="17399" y="342074"/>
                </a:lnTo>
                <a:lnTo>
                  <a:pt x="21704" y="337756"/>
                </a:lnTo>
                <a:lnTo>
                  <a:pt x="22910" y="334835"/>
                </a:lnTo>
                <a:lnTo>
                  <a:pt x="22910" y="22987"/>
                </a:lnTo>
                <a:lnTo>
                  <a:pt x="63703" y="22987"/>
                </a:lnTo>
                <a:lnTo>
                  <a:pt x="66624" y="21780"/>
                </a:lnTo>
                <a:lnTo>
                  <a:pt x="70916" y="17462"/>
                </a:lnTo>
                <a:lnTo>
                  <a:pt x="72123" y="14541"/>
                </a:lnTo>
                <a:lnTo>
                  <a:pt x="72123" y="8445"/>
                </a:lnTo>
                <a:close/>
              </a:path>
              <a:path w="403225" h="592455">
                <a:moveTo>
                  <a:pt x="403225" y="577596"/>
                </a:moveTo>
                <a:lnTo>
                  <a:pt x="402018" y="574675"/>
                </a:lnTo>
                <a:lnTo>
                  <a:pt x="397713" y="570369"/>
                </a:lnTo>
                <a:lnTo>
                  <a:pt x="394804" y="569163"/>
                </a:lnTo>
                <a:lnTo>
                  <a:pt x="291185" y="569163"/>
                </a:lnTo>
                <a:lnTo>
                  <a:pt x="288264" y="570369"/>
                </a:lnTo>
                <a:lnTo>
                  <a:pt x="283972" y="574675"/>
                </a:lnTo>
                <a:lnTo>
                  <a:pt x="282765" y="577596"/>
                </a:lnTo>
                <a:lnTo>
                  <a:pt x="282765" y="583692"/>
                </a:lnTo>
                <a:lnTo>
                  <a:pt x="283972" y="586625"/>
                </a:lnTo>
                <a:lnTo>
                  <a:pt x="288264" y="590931"/>
                </a:lnTo>
                <a:lnTo>
                  <a:pt x="291185" y="592137"/>
                </a:lnTo>
                <a:lnTo>
                  <a:pt x="391769" y="592137"/>
                </a:lnTo>
                <a:lnTo>
                  <a:pt x="394804" y="592137"/>
                </a:lnTo>
                <a:lnTo>
                  <a:pt x="397713" y="590931"/>
                </a:lnTo>
                <a:lnTo>
                  <a:pt x="402018" y="586625"/>
                </a:lnTo>
                <a:lnTo>
                  <a:pt x="403225" y="583692"/>
                </a:lnTo>
                <a:lnTo>
                  <a:pt x="403225" y="5775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0" name="bg object 7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93056" y="1030358"/>
            <a:ext cx="113430" cy="131376"/>
          </a:xfrm>
          <a:prstGeom prst="rect">
            <a:avLst/>
          </a:prstGeom>
        </p:spPr>
      </p:pic>
      <p:pic>
        <p:nvPicPr>
          <p:cNvPr id="71" name="bg object 7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37159" y="961535"/>
            <a:ext cx="237961" cy="160626"/>
          </a:xfrm>
          <a:prstGeom prst="rect">
            <a:avLst/>
          </a:prstGeom>
        </p:spPr>
      </p:pic>
      <p:sp>
        <p:nvSpPr>
          <p:cNvPr id="72" name="bg object 72"/>
          <p:cNvSpPr/>
          <p:nvPr/>
        </p:nvSpPr>
        <p:spPr>
          <a:xfrm>
            <a:off x="12606058" y="786777"/>
            <a:ext cx="569595" cy="730250"/>
          </a:xfrm>
          <a:custGeom>
            <a:avLst/>
            <a:gdLst/>
            <a:ahLst/>
            <a:cxnLst/>
            <a:rect l="l" t="t" r="r" b="b"/>
            <a:pathLst>
              <a:path w="569594" h="730250">
                <a:moveTo>
                  <a:pt x="149110" y="108661"/>
                </a:moveTo>
                <a:lnTo>
                  <a:pt x="147904" y="105740"/>
                </a:lnTo>
                <a:lnTo>
                  <a:pt x="143611" y="101422"/>
                </a:lnTo>
                <a:lnTo>
                  <a:pt x="140703" y="100215"/>
                </a:lnTo>
                <a:lnTo>
                  <a:pt x="63550" y="100215"/>
                </a:lnTo>
                <a:lnTo>
                  <a:pt x="60642" y="101422"/>
                </a:lnTo>
                <a:lnTo>
                  <a:pt x="56337" y="105740"/>
                </a:lnTo>
                <a:lnTo>
                  <a:pt x="55130" y="108661"/>
                </a:lnTo>
                <a:lnTo>
                  <a:pt x="55130" y="114757"/>
                </a:lnTo>
                <a:lnTo>
                  <a:pt x="56337" y="117678"/>
                </a:lnTo>
                <a:lnTo>
                  <a:pt x="60642" y="121983"/>
                </a:lnTo>
                <a:lnTo>
                  <a:pt x="63550" y="123202"/>
                </a:lnTo>
                <a:lnTo>
                  <a:pt x="137655" y="123202"/>
                </a:lnTo>
                <a:lnTo>
                  <a:pt x="140703" y="123202"/>
                </a:lnTo>
                <a:lnTo>
                  <a:pt x="143611" y="121983"/>
                </a:lnTo>
                <a:lnTo>
                  <a:pt x="147904" y="117678"/>
                </a:lnTo>
                <a:lnTo>
                  <a:pt x="149110" y="114757"/>
                </a:lnTo>
                <a:lnTo>
                  <a:pt x="149110" y="108661"/>
                </a:lnTo>
                <a:close/>
              </a:path>
              <a:path w="569594" h="730250">
                <a:moveTo>
                  <a:pt x="220192" y="60312"/>
                </a:moveTo>
                <a:lnTo>
                  <a:pt x="218986" y="57391"/>
                </a:lnTo>
                <a:lnTo>
                  <a:pt x="214680" y="53086"/>
                </a:lnTo>
                <a:lnTo>
                  <a:pt x="211772" y="51866"/>
                </a:lnTo>
                <a:lnTo>
                  <a:pt x="63550" y="51866"/>
                </a:lnTo>
                <a:lnTo>
                  <a:pt x="60642" y="53086"/>
                </a:lnTo>
                <a:lnTo>
                  <a:pt x="56337" y="57391"/>
                </a:lnTo>
                <a:lnTo>
                  <a:pt x="55130" y="60312"/>
                </a:lnTo>
                <a:lnTo>
                  <a:pt x="55130" y="66408"/>
                </a:lnTo>
                <a:lnTo>
                  <a:pt x="56337" y="69329"/>
                </a:lnTo>
                <a:lnTo>
                  <a:pt x="60642" y="73647"/>
                </a:lnTo>
                <a:lnTo>
                  <a:pt x="63550" y="74853"/>
                </a:lnTo>
                <a:lnTo>
                  <a:pt x="208737" y="74853"/>
                </a:lnTo>
                <a:lnTo>
                  <a:pt x="211772" y="74853"/>
                </a:lnTo>
                <a:lnTo>
                  <a:pt x="214680" y="73647"/>
                </a:lnTo>
                <a:lnTo>
                  <a:pt x="218986" y="69329"/>
                </a:lnTo>
                <a:lnTo>
                  <a:pt x="220192" y="66408"/>
                </a:lnTo>
                <a:lnTo>
                  <a:pt x="220192" y="60312"/>
                </a:lnTo>
                <a:close/>
              </a:path>
              <a:path w="569594" h="730250">
                <a:moveTo>
                  <a:pt x="275323" y="8445"/>
                </a:moveTo>
                <a:lnTo>
                  <a:pt x="274116" y="5524"/>
                </a:lnTo>
                <a:lnTo>
                  <a:pt x="269824" y="1219"/>
                </a:lnTo>
                <a:lnTo>
                  <a:pt x="266903" y="0"/>
                </a:lnTo>
                <a:lnTo>
                  <a:pt x="252412" y="0"/>
                </a:lnTo>
                <a:lnTo>
                  <a:pt x="252412" y="22987"/>
                </a:lnTo>
                <a:lnTo>
                  <a:pt x="252412" y="152082"/>
                </a:lnTo>
                <a:lnTo>
                  <a:pt x="22910" y="152082"/>
                </a:lnTo>
                <a:lnTo>
                  <a:pt x="22910" y="22987"/>
                </a:lnTo>
                <a:lnTo>
                  <a:pt x="252412" y="22987"/>
                </a:lnTo>
                <a:lnTo>
                  <a:pt x="252412" y="0"/>
                </a:lnTo>
                <a:lnTo>
                  <a:pt x="8420" y="0"/>
                </a:lnTo>
                <a:lnTo>
                  <a:pt x="5499" y="1219"/>
                </a:lnTo>
                <a:lnTo>
                  <a:pt x="1206" y="5524"/>
                </a:lnTo>
                <a:lnTo>
                  <a:pt x="0" y="8445"/>
                </a:lnTo>
                <a:lnTo>
                  <a:pt x="0" y="166573"/>
                </a:lnTo>
                <a:lnTo>
                  <a:pt x="1206" y="169545"/>
                </a:lnTo>
                <a:lnTo>
                  <a:pt x="5499" y="173850"/>
                </a:lnTo>
                <a:lnTo>
                  <a:pt x="8420" y="175069"/>
                </a:lnTo>
                <a:lnTo>
                  <a:pt x="265379" y="175069"/>
                </a:lnTo>
                <a:lnTo>
                  <a:pt x="275323" y="165074"/>
                </a:lnTo>
                <a:lnTo>
                  <a:pt x="275323" y="152082"/>
                </a:lnTo>
                <a:lnTo>
                  <a:pt x="275323" y="22987"/>
                </a:lnTo>
                <a:lnTo>
                  <a:pt x="275323" y="8445"/>
                </a:lnTo>
                <a:close/>
              </a:path>
              <a:path w="569594" h="730250">
                <a:moveTo>
                  <a:pt x="461530" y="518769"/>
                </a:moveTo>
                <a:lnTo>
                  <a:pt x="460324" y="515848"/>
                </a:lnTo>
                <a:lnTo>
                  <a:pt x="456031" y="511543"/>
                </a:lnTo>
                <a:lnTo>
                  <a:pt x="453110" y="510336"/>
                </a:lnTo>
                <a:lnTo>
                  <a:pt x="383616" y="510336"/>
                </a:lnTo>
                <a:lnTo>
                  <a:pt x="380707" y="511543"/>
                </a:lnTo>
                <a:lnTo>
                  <a:pt x="376402" y="515848"/>
                </a:lnTo>
                <a:lnTo>
                  <a:pt x="375196" y="518769"/>
                </a:lnTo>
                <a:lnTo>
                  <a:pt x="375196" y="524865"/>
                </a:lnTo>
                <a:lnTo>
                  <a:pt x="376402" y="527786"/>
                </a:lnTo>
                <a:lnTo>
                  <a:pt x="380707" y="532104"/>
                </a:lnTo>
                <a:lnTo>
                  <a:pt x="383616" y="533311"/>
                </a:lnTo>
                <a:lnTo>
                  <a:pt x="450075" y="533311"/>
                </a:lnTo>
                <a:lnTo>
                  <a:pt x="453110" y="533311"/>
                </a:lnTo>
                <a:lnTo>
                  <a:pt x="456031" y="532104"/>
                </a:lnTo>
                <a:lnTo>
                  <a:pt x="460324" y="527786"/>
                </a:lnTo>
                <a:lnTo>
                  <a:pt x="461530" y="524865"/>
                </a:lnTo>
                <a:lnTo>
                  <a:pt x="461530" y="518769"/>
                </a:lnTo>
                <a:close/>
              </a:path>
              <a:path w="569594" h="730250">
                <a:moveTo>
                  <a:pt x="524954" y="663816"/>
                </a:moveTo>
                <a:lnTo>
                  <a:pt x="523748" y="660895"/>
                </a:lnTo>
                <a:lnTo>
                  <a:pt x="519455" y="656577"/>
                </a:lnTo>
                <a:lnTo>
                  <a:pt x="516534" y="655370"/>
                </a:lnTo>
                <a:lnTo>
                  <a:pt x="383616" y="655370"/>
                </a:lnTo>
                <a:lnTo>
                  <a:pt x="380707" y="656577"/>
                </a:lnTo>
                <a:lnTo>
                  <a:pt x="376402" y="660895"/>
                </a:lnTo>
                <a:lnTo>
                  <a:pt x="375196" y="663816"/>
                </a:lnTo>
                <a:lnTo>
                  <a:pt x="375196" y="669912"/>
                </a:lnTo>
                <a:lnTo>
                  <a:pt x="376402" y="672833"/>
                </a:lnTo>
                <a:lnTo>
                  <a:pt x="380707" y="677138"/>
                </a:lnTo>
                <a:lnTo>
                  <a:pt x="383616" y="678357"/>
                </a:lnTo>
                <a:lnTo>
                  <a:pt x="513499" y="678357"/>
                </a:lnTo>
                <a:lnTo>
                  <a:pt x="516534" y="678357"/>
                </a:lnTo>
                <a:lnTo>
                  <a:pt x="519455" y="677138"/>
                </a:lnTo>
                <a:lnTo>
                  <a:pt x="523748" y="672833"/>
                </a:lnTo>
                <a:lnTo>
                  <a:pt x="524954" y="669912"/>
                </a:lnTo>
                <a:lnTo>
                  <a:pt x="524954" y="663816"/>
                </a:lnTo>
                <a:close/>
              </a:path>
              <a:path w="569594" h="730250">
                <a:moveTo>
                  <a:pt x="524954" y="615467"/>
                </a:moveTo>
                <a:lnTo>
                  <a:pt x="523748" y="612546"/>
                </a:lnTo>
                <a:lnTo>
                  <a:pt x="519455" y="608228"/>
                </a:lnTo>
                <a:lnTo>
                  <a:pt x="516534" y="607021"/>
                </a:lnTo>
                <a:lnTo>
                  <a:pt x="383616" y="607021"/>
                </a:lnTo>
                <a:lnTo>
                  <a:pt x="380707" y="608228"/>
                </a:lnTo>
                <a:lnTo>
                  <a:pt x="376402" y="612546"/>
                </a:lnTo>
                <a:lnTo>
                  <a:pt x="375196" y="615467"/>
                </a:lnTo>
                <a:lnTo>
                  <a:pt x="375196" y="621563"/>
                </a:lnTo>
                <a:lnTo>
                  <a:pt x="376402" y="624484"/>
                </a:lnTo>
                <a:lnTo>
                  <a:pt x="380707" y="628789"/>
                </a:lnTo>
                <a:lnTo>
                  <a:pt x="383616" y="630008"/>
                </a:lnTo>
                <a:lnTo>
                  <a:pt x="513499" y="630008"/>
                </a:lnTo>
                <a:lnTo>
                  <a:pt x="516534" y="630008"/>
                </a:lnTo>
                <a:lnTo>
                  <a:pt x="519455" y="628789"/>
                </a:lnTo>
                <a:lnTo>
                  <a:pt x="523748" y="624484"/>
                </a:lnTo>
                <a:lnTo>
                  <a:pt x="524954" y="621563"/>
                </a:lnTo>
                <a:lnTo>
                  <a:pt x="524954" y="615467"/>
                </a:lnTo>
                <a:close/>
              </a:path>
              <a:path w="569594" h="730250">
                <a:moveTo>
                  <a:pt x="524954" y="567118"/>
                </a:moveTo>
                <a:lnTo>
                  <a:pt x="523748" y="564197"/>
                </a:lnTo>
                <a:lnTo>
                  <a:pt x="519455" y="559892"/>
                </a:lnTo>
                <a:lnTo>
                  <a:pt x="516534" y="558673"/>
                </a:lnTo>
                <a:lnTo>
                  <a:pt x="383616" y="558673"/>
                </a:lnTo>
                <a:lnTo>
                  <a:pt x="380707" y="559892"/>
                </a:lnTo>
                <a:lnTo>
                  <a:pt x="376402" y="564197"/>
                </a:lnTo>
                <a:lnTo>
                  <a:pt x="375196" y="567118"/>
                </a:lnTo>
                <a:lnTo>
                  <a:pt x="375196" y="573214"/>
                </a:lnTo>
                <a:lnTo>
                  <a:pt x="376402" y="576135"/>
                </a:lnTo>
                <a:lnTo>
                  <a:pt x="380707" y="580453"/>
                </a:lnTo>
                <a:lnTo>
                  <a:pt x="383616" y="581660"/>
                </a:lnTo>
                <a:lnTo>
                  <a:pt x="513499" y="581660"/>
                </a:lnTo>
                <a:lnTo>
                  <a:pt x="516534" y="581660"/>
                </a:lnTo>
                <a:lnTo>
                  <a:pt x="519455" y="580453"/>
                </a:lnTo>
                <a:lnTo>
                  <a:pt x="523748" y="576135"/>
                </a:lnTo>
                <a:lnTo>
                  <a:pt x="524954" y="573214"/>
                </a:lnTo>
                <a:lnTo>
                  <a:pt x="524954" y="567118"/>
                </a:lnTo>
                <a:close/>
              </a:path>
              <a:path w="569594" h="730250">
                <a:moveTo>
                  <a:pt x="528027" y="276199"/>
                </a:moveTo>
                <a:lnTo>
                  <a:pt x="526821" y="273278"/>
                </a:lnTo>
                <a:lnTo>
                  <a:pt x="522528" y="268973"/>
                </a:lnTo>
                <a:lnTo>
                  <a:pt x="519620" y="267754"/>
                </a:lnTo>
                <a:lnTo>
                  <a:pt x="380542" y="267754"/>
                </a:lnTo>
                <a:lnTo>
                  <a:pt x="377621" y="268973"/>
                </a:lnTo>
                <a:lnTo>
                  <a:pt x="373329" y="273278"/>
                </a:lnTo>
                <a:lnTo>
                  <a:pt x="372122" y="276199"/>
                </a:lnTo>
                <a:lnTo>
                  <a:pt x="372122" y="282295"/>
                </a:lnTo>
                <a:lnTo>
                  <a:pt x="373329" y="285216"/>
                </a:lnTo>
                <a:lnTo>
                  <a:pt x="377621" y="289534"/>
                </a:lnTo>
                <a:lnTo>
                  <a:pt x="380542" y="290741"/>
                </a:lnTo>
                <a:lnTo>
                  <a:pt x="516572" y="290741"/>
                </a:lnTo>
                <a:lnTo>
                  <a:pt x="519620" y="290741"/>
                </a:lnTo>
                <a:lnTo>
                  <a:pt x="522528" y="289534"/>
                </a:lnTo>
                <a:lnTo>
                  <a:pt x="526821" y="285216"/>
                </a:lnTo>
                <a:lnTo>
                  <a:pt x="528027" y="282295"/>
                </a:lnTo>
                <a:lnTo>
                  <a:pt x="528027" y="276199"/>
                </a:lnTo>
                <a:close/>
              </a:path>
              <a:path w="569594" h="730250">
                <a:moveTo>
                  <a:pt x="528027" y="227850"/>
                </a:moveTo>
                <a:lnTo>
                  <a:pt x="526821" y="224929"/>
                </a:lnTo>
                <a:lnTo>
                  <a:pt x="522528" y="220624"/>
                </a:lnTo>
                <a:lnTo>
                  <a:pt x="519620" y="219417"/>
                </a:lnTo>
                <a:lnTo>
                  <a:pt x="447040" y="219417"/>
                </a:lnTo>
                <a:lnTo>
                  <a:pt x="444131" y="220624"/>
                </a:lnTo>
                <a:lnTo>
                  <a:pt x="439839" y="224929"/>
                </a:lnTo>
                <a:lnTo>
                  <a:pt x="438632" y="227850"/>
                </a:lnTo>
                <a:lnTo>
                  <a:pt x="438632" y="233946"/>
                </a:lnTo>
                <a:lnTo>
                  <a:pt x="439839" y="236880"/>
                </a:lnTo>
                <a:lnTo>
                  <a:pt x="444131" y="241185"/>
                </a:lnTo>
                <a:lnTo>
                  <a:pt x="447040" y="242392"/>
                </a:lnTo>
                <a:lnTo>
                  <a:pt x="516585" y="242392"/>
                </a:lnTo>
                <a:lnTo>
                  <a:pt x="519620" y="242392"/>
                </a:lnTo>
                <a:lnTo>
                  <a:pt x="522528" y="241185"/>
                </a:lnTo>
                <a:lnTo>
                  <a:pt x="526821" y="236880"/>
                </a:lnTo>
                <a:lnTo>
                  <a:pt x="528027" y="233946"/>
                </a:lnTo>
                <a:lnTo>
                  <a:pt x="528027" y="227850"/>
                </a:lnTo>
                <a:close/>
              </a:path>
              <a:path w="569594" h="730250">
                <a:moveTo>
                  <a:pt x="569061" y="467347"/>
                </a:moveTo>
                <a:lnTo>
                  <a:pt x="567855" y="464426"/>
                </a:lnTo>
                <a:lnTo>
                  <a:pt x="563549" y="460108"/>
                </a:lnTo>
                <a:lnTo>
                  <a:pt x="560641" y="458901"/>
                </a:lnTo>
                <a:lnTo>
                  <a:pt x="546150" y="458901"/>
                </a:lnTo>
                <a:lnTo>
                  <a:pt x="546150" y="481876"/>
                </a:lnTo>
                <a:lnTo>
                  <a:pt x="546150" y="706805"/>
                </a:lnTo>
                <a:lnTo>
                  <a:pt x="353999" y="706805"/>
                </a:lnTo>
                <a:lnTo>
                  <a:pt x="353999" y="481876"/>
                </a:lnTo>
                <a:lnTo>
                  <a:pt x="546150" y="481876"/>
                </a:lnTo>
                <a:lnTo>
                  <a:pt x="546150" y="458901"/>
                </a:lnTo>
                <a:lnTo>
                  <a:pt x="339509" y="458901"/>
                </a:lnTo>
                <a:lnTo>
                  <a:pt x="336600" y="460108"/>
                </a:lnTo>
                <a:lnTo>
                  <a:pt x="332308" y="464426"/>
                </a:lnTo>
                <a:lnTo>
                  <a:pt x="331101" y="467347"/>
                </a:lnTo>
                <a:lnTo>
                  <a:pt x="331101" y="721334"/>
                </a:lnTo>
                <a:lnTo>
                  <a:pt x="332308" y="724268"/>
                </a:lnTo>
                <a:lnTo>
                  <a:pt x="336600" y="728573"/>
                </a:lnTo>
                <a:lnTo>
                  <a:pt x="339509" y="729780"/>
                </a:lnTo>
                <a:lnTo>
                  <a:pt x="560641" y="729780"/>
                </a:lnTo>
                <a:lnTo>
                  <a:pt x="563549" y="728573"/>
                </a:lnTo>
                <a:lnTo>
                  <a:pt x="567855" y="724268"/>
                </a:lnTo>
                <a:lnTo>
                  <a:pt x="569061" y="721334"/>
                </a:lnTo>
                <a:lnTo>
                  <a:pt x="569061" y="706805"/>
                </a:lnTo>
                <a:lnTo>
                  <a:pt x="569061" y="481876"/>
                </a:lnTo>
                <a:lnTo>
                  <a:pt x="569061" y="467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7349426" y="0"/>
            <a:ext cx="891540" cy="521334"/>
          </a:xfrm>
          <a:custGeom>
            <a:avLst/>
            <a:gdLst/>
            <a:ahLst/>
            <a:cxnLst/>
            <a:rect l="l" t="t" r="r" b="b"/>
            <a:pathLst>
              <a:path w="891540" h="521334">
                <a:moveTo>
                  <a:pt x="611396" y="521238"/>
                </a:moveTo>
                <a:lnTo>
                  <a:pt x="560210" y="515099"/>
                </a:lnTo>
                <a:lnTo>
                  <a:pt x="507138" y="499002"/>
                </a:lnTo>
                <a:lnTo>
                  <a:pt x="469668" y="482619"/>
                </a:lnTo>
                <a:lnTo>
                  <a:pt x="434487" y="463054"/>
                </a:lnTo>
                <a:lnTo>
                  <a:pt x="402013" y="439645"/>
                </a:lnTo>
                <a:lnTo>
                  <a:pt x="372663" y="411731"/>
                </a:lnTo>
                <a:lnTo>
                  <a:pt x="238825" y="264440"/>
                </a:lnTo>
                <a:lnTo>
                  <a:pt x="138627" y="153809"/>
                </a:lnTo>
                <a:lnTo>
                  <a:pt x="71945" y="79949"/>
                </a:lnTo>
                <a:lnTo>
                  <a:pt x="0" y="0"/>
                </a:lnTo>
                <a:lnTo>
                  <a:pt x="799497" y="0"/>
                </a:lnTo>
                <a:lnTo>
                  <a:pt x="835348" y="54249"/>
                </a:lnTo>
                <a:lnTo>
                  <a:pt x="858490" y="101030"/>
                </a:lnTo>
                <a:lnTo>
                  <a:pt x="876829" y="150802"/>
                </a:lnTo>
                <a:lnTo>
                  <a:pt x="888033" y="199377"/>
                </a:lnTo>
                <a:lnTo>
                  <a:pt x="891123" y="245753"/>
                </a:lnTo>
                <a:lnTo>
                  <a:pt x="886395" y="289941"/>
                </a:lnTo>
                <a:lnTo>
                  <a:pt x="874144" y="331954"/>
                </a:lnTo>
                <a:lnTo>
                  <a:pt x="854666" y="371802"/>
                </a:lnTo>
                <a:lnTo>
                  <a:pt x="828257" y="409497"/>
                </a:lnTo>
                <a:lnTo>
                  <a:pt x="795213" y="445050"/>
                </a:lnTo>
                <a:lnTo>
                  <a:pt x="752605" y="479325"/>
                </a:lnTo>
                <a:lnTo>
                  <a:pt x="707697" y="503410"/>
                </a:lnTo>
                <a:lnTo>
                  <a:pt x="660593" y="517361"/>
                </a:lnTo>
                <a:lnTo>
                  <a:pt x="611396" y="521238"/>
                </a:lnTo>
                <a:close/>
              </a:path>
            </a:pathLst>
          </a:custGeom>
          <a:solidFill>
            <a:srgbClr val="599CB4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7417508" y="666934"/>
            <a:ext cx="870585" cy="866140"/>
          </a:xfrm>
          <a:custGeom>
            <a:avLst/>
            <a:gdLst/>
            <a:ahLst/>
            <a:cxnLst/>
            <a:rect l="l" t="t" r="r" b="b"/>
            <a:pathLst>
              <a:path w="870584" h="866140">
                <a:moveTo>
                  <a:pt x="298704" y="865535"/>
                </a:moveTo>
                <a:lnTo>
                  <a:pt x="233503" y="865535"/>
                </a:lnTo>
                <a:lnTo>
                  <a:pt x="198234" y="859283"/>
                </a:lnTo>
                <a:lnTo>
                  <a:pt x="156968" y="844384"/>
                </a:lnTo>
                <a:lnTo>
                  <a:pt x="119080" y="822880"/>
                </a:lnTo>
                <a:lnTo>
                  <a:pt x="85238" y="795265"/>
                </a:lnTo>
                <a:lnTo>
                  <a:pt x="56106" y="762035"/>
                </a:lnTo>
                <a:lnTo>
                  <a:pt x="32441" y="723831"/>
                </a:lnTo>
                <a:lnTo>
                  <a:pt x="32351" y="723686"/>
                </a:lnTo>
                <a:lnTo>
                  <a:pt x="14638" y="680714"/>
                </a:lnTo>
                <a:lnTo>
                  <a:pt x="3632" y="633615"/>
                </a:lnTo>
                <a:lnTo>
                  <a:pt x="29" y="583294"/>
                </a:lnTo>
                <a:lnTo>
                  <a:pt x="0" y="582884"/>
                </a:lnTo>
                <a:lnTo>
                  <a:pt x="3924" y="530608"/>
                </a:lnTo>
                <a:lnTo>
                  <a:pt x="18938" y="480284"/>
                </a:lnTo>
                <a:lnTo>
                  <a:pt x="44736" y="432771"/>
                </a:lnTo>
                <a:lnTo>
                  <a:pt x="81008" y="388927"/>
                </a:lnTo>
                <a:lnTo>
                  <a:pt x="183073" y="285996"/>
                </a:lnTo>
                <a:lnTo>
                  <a:pt x="251548" y="217813"/>
                </a:lnTo>
                <a:lnTo>
                  <a:pt x="286082" y="184036"/>
                </a:lnTo>
                <a:lnTo>
                  <a:pt x="320886" y="150551"/>
                </a:lnTo>
                <a:lnTo>
                  <a:pt x="356016" y="117417"/>
                </a:lnTo>
                <a:lnTo>
                  <a:pt x="393196" y="85495"/>
                </a:lnTo>
                <a:lnTo>
                  <a:pt x="432217" y="57818"/>
                </a:lnTo>
                <a:lnTo>
                  <a:pt x="473246" y="34908"/>
                </a:lnTo>
                <a:lnTo>
                  <a:pt x="516448" y="17287"/>
                </a:lnTo>
                <a:lnTo>
                  <a:pt x="561991" y="5477"/>
                </a:lnTo>
                <a:lnTo>
                  <a:pt x="610040" y="0"/>
                </a:lnTo>
                <a:lnTo>
                  <a:pt x="660761" y="1378"/>
                </a:lnTo>
                <a:lnTo>
                  <a:pt x="707423" y="9745"/>
                </a:lnTo>
                <a:lnTo>
                  <a:pt x="750301" y="25149"/>
                </a:lnTo>
                <a:lnTo>
                  <a:pt x="788869" y="46905"/>
                </a:lnTo>
                <a:lnTo>
                  <a:pt x="822601" y="74332"/>
                </a:lnTo>
                <a:lnTo>
                  <a:pt x="850971" y="106747"/>
                </a:lnTo>
                <a:lnTo>
                  <a:pt x="870490" y="138625"/>
                </a:lnTo>
                <a:lnTo>
                  <a:pt x="870490" y="391173"/>
                </a:lnTo>
                <a:lnTo>
                  <a:pt x="824521" y="471073"/>
                </a:lnTo>
                <a:lnTo>
                  <a:pt x="785814" y="512429"/>
                </a:lnTo>
                <a:lnTo>
                  <a:pt x="628093" y="653795"/>
                </a:lnTo>
                <a:lnTo>
                  <a:pt x="508760" y="758644"/>
                </a:lnTo>
                <a:lnTo>
                  <a:pt x="468733" y="793303"/>
                </a:lnTo>
                <a:lnTo>
                  <a:pt x="406313" y="833978"/>
                </a:lnTo>
                <a:lnTo>
                  <a:pt x="335978" y="859283"/>
                </a:lnTo>
                <a:lnTo>
                  <a:pt x="336243" y="859283"/>
                </a:lnTo>
                <a:lnTo>
                  <a:pt x="298704" y="865535"/>
                </a:lnTo>
                <a:close/>
              </a:path>
            </a:pathLst>
          </a:custGeom>
          <a:solidFill>
            <a:srgbClr val="746666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0" y="5978924"/>
            <a:ext cx="861694" cy="1546225"/>
          </a:xfrm>
          <a:custGeom>
            <a:avLst/>
            <a:gdLst/>
            <a:ahLst/>
            <a:cxnLst/>
            <a:rect l="l" t="t" r="r" b="b"/>
            <a:pathLst>
              <a:path w="861694" h="1546225">
                <a:moveTo>
                  <a:pt x="861223" y="1020768"/>
                </a:moveTo>
                <a:lnTo>
                  <a:pt x="857957" y="1044290"/>
                </a:lnTo>
                <a:lnTo>
                  <a:pt x="841466" y="1068735"/>
                </a:lnTo>
                <a:lnTo>
                  <a:pt x="818746" y="1077279"/>
                </a:lnTo>
                <a:lnTo>
                  <a:pt x="791362" y="1070327"/>
                </a:lnTo>
                <a:lnTo>
                  <a:pt x="728853" y="1011558"/>
                </a:lnTo>
                <a:lnTo>
                  <a:pt x="696855" y="960551"/>
                </a:lnTo>
                <a:lnTo>
                  <a:pt x="666445" y="895671"/>
                </a:lnTo>
                <a:lnTo>
                  <a:pt x="616508" y="774464"/>
                </a:lnTo>
                <a:lnTo>
                  <a:pt x="600477" y="733509"/>
                </a:lnTo>
                <a:lnTo>
                  <a:pt x="607269" y="785271"/>
                </a:lnTo>
                <a:lnTo>
                  <a:pt x="615134" y="836961"/>
                </a:lnTo>
                <a:lnTo>
                  <a:pt x="649578" y="1043466"/>
                </a:lnTo>
                <a:lnTo>
                  <a:pt x="656996" y="1095144"/>
                </a:lnTo>
                <a:lnTo>
                  <a:pt x="663160" y="1146890"/>
                </a:lnTo>
                <a:lnTo>
                  <a:pt x="667684" y="1198726"/>
                </a:lnTo>
                <a:lnTo>
                  <a:pt x="670178" y="1250676"/>
                </a:lnTo>
                <a:lnTo>
                  <a:pt x="670256" y="1302763"/>
                </a:lnTo>
                <a:lnTo>
                  <a:pt x="668048" y="1319880"/>
                </a:lnTo>
                <a:lnTo>
                  <a:pt x="647824" y="1369236"/>
                </a:lnTo>
                <a:lnTo>
                  <a:pt x="609376" y="1386603"/>
                </a:lnTo>
                <a:lnTo>
                  <a:pt x="603440" y="1389859"/>
                </a:lnTo>
                <a:lnTo>
                  <a:pt x="600239" y="1393219"/>
                </a:lnTo>
                <a:lnTo>
                  <a:pt x="590081" y="1391542"/>
                </a:lnTo>
                <a:lnTo>
                  <a:pt x="563274" y="1379686"/>
                </a:lnTo>
                <a:lnTo>
                  <a:pt x="542683" y="1362983"/>
                </a:lnTo>
                <a:lnTo>
                  <a:pt x="528752" y="1339516"/>
                </a:lnTo>
                <a:lnTo>
                  <a:pt x="508124" y="1285077"/>
                </a:lnTo>
                <a:lnTo>
                  <a:pt x="482570" y="1221552"/>
                </a:lnTo>
                <a:lnTo>
                  <a:pt x="300175" y="686981"/>
                </a:lnTo>
                <a:lnTo>
                  <a:pt x="250293" y="545431"/>
                </a:lnTo>
                <a:lnTo>
                  <a:pt x="255080" y="680438"/>
                </a:lnTo>
                <a:lnTo>
                  <a:pt x="257586" y="730352"/>
                </a:lnTo>
                <a:lnTo>
                  <a:pt x="261080" y="780322"/>
                </a:lnTo>
                <a:lnTo>
                  <a:pt x="270260" y="880276"/>
                </a:lnTo>
                <a:lnTo>
                  <a:pt x="296942" y="1128476"/>
                </a:lnTo>
                <a:lnTo>
                  <a:pt x="301367" y="1177522"/>
                </a:lnTo>
                <a:lnTo>
                  <a:pt x="305037" y="1226282"/>
                </a:lnTo>
                <a:lnTo>
                  <a:pt x="307757" y="1274716"/>
                </a:lnTo>
                <a:lnTo>
                  <a:pt x="309334" y="1322788"/>
                </a:lnTo>
                <a:lnTo>
                  <a:pt x="309573" y="1370458"/>
                </a:lnTo>
                <a:lnTo>
                  <a:pt x="308282" y="1417690"/>
                </a:lnTo>
                <a:lnTo>
                  <a:pt x="305265" y="1464444"/>
                </a:lnTo>
                <a:lnTo>
                  <a:pt x="290908" y="1507419"/>
                </a:lnTo>
                <a:lnTo>
                  <a:pt x="266065" y="1538348"/>
                </a:lnTo>
                <a:lnTo>
                  <a:pt x="216910" y="1544860"/>
                </a:lnTo>
                <a:lnTo>
                  <a:pt x="215504" y="1546024"/>
                </a:lnTo>
                <a:lnTo>
                  <a:pt x="172913" y="1514897"/>
                </a:lnTo>
                <a:lnTo>
                  <a:pt x="132168" y="1413180"/>
                </a:lnTo>
                <a:lnTo>
                  <a:pt x="87713" y="1297989"/>
                </a:lnTo>
                <a:lnTo>
                  <a:pt x="54209" y="1203985"/>
                </a:lnTo>
                <a:lnTo>
                  <a:pt x="22457" y="1109317"/>
                </a:lnTo>
                <a:lnTo>
                  <a:pt x="0" y="1039330"/>
                </a:lnTo>
                <a:lnTo>
                  <a:pt x="0" y="578058"/>
                </a:lnTo>
                <a:lnTo>
                  <a:pt x="139493" y="1027908"/>
                </a:lnTo>
                <a:lnTo>
                  <a:pt x="132931" y="927865"/>
                </a:lnTo>
                <a:lnTo>
                  <a:pt x="128184" y="827751"/>
                </a:lnTo>
                <a:lnTo>
                  <a:pt x="114751" y="378120"/>
                </a:lnTo>
                <a:lnTo>
                  <a:pt x="110296" y="278793"/>
                </a:lnTo>
                <a:lnTo>
                  <a:pt x="104131" y="179824"/>
                </a:lnTo>
                <a:lnTo>
                  <a:pt x="100238" y="130495"/>
                </a:lnTo>
                <a:lnTo>
                  <a:pt x="101556" y="94466"/>
                </a:lnTo>
                <a:lnTo>
                  <a:pt x="114866" y="33912"/>
                </a:lnTo>
                <a:lnTo>
                  <a:pt x="142618" y="4119"/>
                </a:lnTo>
                <a:lnTo>
                  <a:pt x="190892" y="0"/>
                </a:lnTo>
                <a:lnTo>
                  <a:pt x="223898" y="11887"/>
                </a:lnTo>
                <a:lnTo>
                  <a:pt x="237488" y="23582"/>
                </a:lnTo>
                <a:lnTo>
                  <a:pt x="240738" y="45099"/>
                </a:lnTo>
                <a:lnTo>
                  <a:pt x="242723" y="86449"/>
                </a:lnTo>
                <a:lnTo>
                  <a:pt x="249232" y="129538"/>
                </a:lnTo>
                <a:lnTo>
                  <a:pt x="259257" y="173529"/>
                </a:lnTo>
                <a:lnTo>
                  <a:pt x="272189" y="218346"/>
                </a:lnTo>
                <a:lnTo>
                  <a:pt x="287424" y="263913"/>
                </a:lnTo>
                <a:lnTo>
                  <a:pt x="304356" y="310152"/>
                </a:lnTo>
                <a:lnTo>
                  <a:pt x="359272" y="452140"/>
                </a:lnTo>
                <a:lnTo>
                  <a:pt x="467705" y="755946"/>
                </a:lnTo>
                <a:lnTo>
                  <a:pt x="456468" y="655403"/>
                </a:lnTo>
                <a:lnTo>
                  <a:pt x="447241" y="554655"/>
                </a:lnTo>
                <a:lnTo>
                  <a:pt x="440466" y="453777"/>
                </a:lnTo>
                <a:lnTo>
                  <a:pt x="438137" y="403314"/>
                </a:lnTo>
                <a:lnTo>
                  <a:pt x="436587" y="352846"/>
                </a:lnTo>
                <a:lnTo>
                  <a:pt x="435873" y="302384"/>
                </a:lnTo>
                <a:lnTo>
                  <a:pt x="435832" y="242173"/>
                </a:lnTo>
                <a:lnTo>
                  <a:pt x="444016" y="189822"/>
                </a:lnTo>
                <a:lnTo>
                  <a:pt x="463985" y="160538"/>
                </a:lnTo>
                <a:lnTo>
                  <a:pt x="490894" y="150271"/>
                </a:lnTo>
                <a:lnTo>
                  <a:pt x="519896" y="154970"/>
                </a:lnTo>
                <a:lnTo>
                  <a:pt x="546144" y="170585"/>
                </a:lnTo>
                <a:lnTo>
                  <a:pt x="564793" y="193065"/>
                </a:lnTo>
                <a:lnTo>
                  <a:pt x="571875" y="224837"/>
                </a:lnTo>
                <a:lnTo>
                  <a:pt x="591083" y="303657"/>
                </a:lnTo>
                <a:lnTo>
                  <a:pt x="619366" y="404787"/>
                </a:lnTo>
                <a:lnTo>
                  <a:pt x="653668" y="503488"/>
                </a:lnTo>
                <a:lnTo>
                  <a:pt x="671811" y="549577"/>
                </a:lnTo>
                <a:lnTo>
                  <a:pt x="757580" y="783053"/>
                </a:lnTo>
                <a:lnTo>
                  <a:pt x="775671" y="828978"/>
                </a:lnTo>
                <a:lnTo>
                  <a:pt x="794716" y="874187"/>
                </a:lnTo>
                <a:lnTo>
                  <a:pt x="814990" y="918483"/>
                </a:lnTo>
                <a:lnTo>
                  <a:pt x="836769" y="961670"/>
                </a:lnTo>
                <a:lnTo>
                  <a:pt x="845989" y="977950"/>
                </a:lnTo>
                <a:lnTo>
                  <a:pt x="855687" y="998152"/>
                </a:lnTo>
                <a:lnTo>
                  <a:pt x="861223" y="1020768"/>
                </a:lnTo>
                <a:close/>
              </a:path>
            </a:pathLst>
          </a:custGeom>
          <a:solidFill>
            <a:srgbClr val="2E3B69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788" y="489180"/>
            <a:ext cx="6589395" cy="2034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2318" y="39225"/>
            <a:ext cx="1790700" cy="82994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&lt;!DOCTYPE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html&gt;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&lt;html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lang="en"&gt;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&lt;head&gt;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&lt;meta</a:t>
            </a:r>
            <a:r>
              <a:rPr sz="1100" spc="2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charset="UTF-</a:t>
            </a: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8"</a:t>
            </a:r>
            <a:r>
              <a:rPr sz="1100" spc="24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6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52318" y="871894"/>
            <a:ext cx="51898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&lt;meta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name="viewport"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content="width=device-width,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initial-</a:t>
            </a:r>
            <a:r>
              <a:rPr sz="1100" spc="20" dirty="0">
                <a:solidFill>
                  <a:srgbClr val="B6CFD8"/>
                </a:solidFill>
                <a:latin typeface="Arial MT"/>
                <a:cs typeface="Arial MT"/>
              </a:rPr>
              <a:t>scale=1.0"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6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2318" y="1072953"/>
            <a:ext cx="180593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&lt;title&gt;My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Portfolio&lt;/title&gt;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52318" y="1274012"/>
            <a:ext cx="5156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&lt;style&gt;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52318" y="1475070"/>
            <a:ext cx="4724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body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52318" y="1848755"/>
            <a:ext cx="4093210" cy="1634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077210">
              <a:lnSpc>
                <a:spcPct val="119900"/>
              </a:lnSpc>
              <a:spcBef>
                <a:spcPts val="9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100vh;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display: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flex;</a:t>
            </a:r>
            <a:endParaRPr sz="1100">
              <a:latin typeface="Arial MT"/>
              <a:cs typeface="Arial MT"/>
            </a:endParaRPr>
          </a:p>
          <a:p>
            <a:pPr marL="12700" marR="2477770">
              <a:lnSpc>
                <a:spcPct val="119900"/>
              </a:lnSpc>
              <a:spcBef>
                <a:spcPts val="5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justify-</a:t>
            </a: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content: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center;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align-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items:</a:t>
            </a:r>
            <a:r>
              <a:rPr sz="1100" spc="27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9900"/>
              </a:lnSpc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background: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linear-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gradient(to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95" dirty="0">
                <a:solidFill>
                  <a:srgbClr val="B6CFD8"/>
                </a:solidFill>
                <a:latin typeface="Arial MT"/>
                <a:cs typeface="Arial MT"/>
              </a:rPr>
              <a:t>bottom,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#3b26ff,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#08081a); </a:t>
            </a: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family:</a:t>
            </a:r>
            <a:r>
              <a:rPr sz="1100" spc="15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Arial,</a:t>
            </a:r>
            <a:r>
              <a:rPr sz="1100" spc="16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sans-</a:t>
            </a:r>
            <a:r>
              <a:rPr sz="1100" spc="40" dirty="0">
                <a:solidFill>
                  <a:srgbClr val="B6CFD8"/>
                </a:solidFill>
                <a:latin typeface="Arial MT"/>
                <a:cs typeface="Arial MT"/>
              </a:rPr>
              <a:t>serif;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overflow: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hidden;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52318" y="3485659"/>
            <a:ext cx="81724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.container</a:t>
            </a:r>
            <a:r>
              <a:rPr sz="1100" spc="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2318" y="3887777"/>
            <a:ext cx="14439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display:</a:t>
            </a:r>
            <a:r>
              <a:rPr sz="1100" spc="-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inline-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block;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2318" y="4289895"/>
            <a:ext cx="4064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.box</a:t>
            </a:r>
            <a:r>
              <a:rPr sz="1100" spc="15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52318" y="4692013"/>
            <a:ext cx="176466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border: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1px</a:t>
            </a:r>
            <a:r>
              <a:rPr sz="1100" spc="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solid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#a35fff;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52318" y="4893072"/>
            <a:ext cx="8731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opacity:</a:t>
            </a:r>
            <a:r>
              <a:rPr sz="1100" spc="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0.5;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52318" y="6702602"/>
            <a:ext cx="812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52318" y="6903661"/>
            <a:ext cx="7874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.title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span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52318" y="7076286"/>
            <a:ext cx="1307465" cy="62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90"/>
              </a:spcBef>
            </a:pP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absolute; </a:t>
            </a: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40px;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50px;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52318" y="7707896"/>
            <a:ext cx="10896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5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size: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40px;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52318" y="8110015"/>
            <a:ext cx="14306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weight: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normal;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52318" y="9891110"/>
            <a:ext cx="3720465" cy="427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380" dirty="0">
                <a:solidFill>
                  <a:srgbClr val="B6CFD8"/>
                </a:solidFill>
                <a:latin typeface="Arial MT"/>
                <a:cs typeface="Arial MT"/>
              </a:rPr>
              <a:t> 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class="title"&gt;&lt;span&gt;my&lt;/span&gt;PORTFOLIO&lt;/div&gt;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&lt;/div&gt;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153" y="39225"/>
            <a:ext cx="1254760" cy="427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&lt;!DOCTYPE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html&gt;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&lt;html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lang="en"&gt;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6153" y="469776"/>
            <a:ext cx="5232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&lt;head&gt;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6153" y="670835"/>
            <a:ext cx="17907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&lt;meta</a:t>
            </a:r>
            <a:r>
              <a:rPr sz="1100" spc="2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charset="UTF-</a:t>
            </a: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8"</a:t>
            </a:r>
            <a:r>
              <a:rPr sz="1100" spc="24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6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6153" y="871894"/>
            <a:ext cx="51898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&lt;meta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name="viewport"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content="width=device-width,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initial-</a:t>
            </a:r>
            <a:r>
              <a:rPr sz="1100" spc="20" dirty="0">
                <a:solidFill>
                  <a:srgbClr val="B6CFD8"/>
                </a:solidFill>
                <a:latin typeface="Arial MT"/>
                <a:cs typeface="Arial MT"/>
              </a:rPr>
              <a:t>scale=1.0"</a:t>
            </a:r>
            <a:r>
              <a:rPr sz="1100" spc="3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6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6153" y="1072953"/>
            <a:ext cx="1805939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&lt;title&gt;My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Portfolio&lt;/title&gt;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6153" y="1274012"/>
            <a:ext cx="5156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&lt;style&gt;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6153" y="1475070"/>
            <a:ext cx="4724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body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6153" y="1676129"/>
            <a:ext cx="7143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margin:</a:t>
            </a:r>
            <a:r>
              <a:rPr sz="1100" spc="-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0;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153" y="1877188"/>
            <a:ext cx="10210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100vh;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6153" y="2078247"/>
            <a:ext cx="8851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display: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flex;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6153" y="2279306"/>
            <a:ext cx="16205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justify-</a:t>
            </a: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content: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153" y="2480365"/>
            <a:ext cx="13544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align-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items:</a:t>
            </a:r>
            <a:r>
              <a:rPr sz="1100" spc="27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153" y="2652990"/>
            <a:ext cx="4093210" cy="183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90"/>
              </a:spcBef>
            </a:pP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background: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linear-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gradient(to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95" dirty="0">
                <a:solidFill>
                  <a:srgbClr val="B6CFD8"/>
                </a:solidFill>
                <a:latin typeface="Arial MT"/>
                <a:cs typeface="Arial MT"/>
              </a:rPr>
              <a:t>bottom,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#3b26ff,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#08081a); </a:t>
            </a: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family:</a:t>
            </a:r>
            <a:r>
              <a:rPr sz="1100" spc="15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Arial,</a:t>
            </a:r>
            <a:r>
              <a:rPr sz="1100" spc="16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sans-</a:t>
            </a:r>
            <a:r>
              <a:rPr sz="1100" spc="40" dirty="0">
                <a:solidFill>
                  <a:srgbClr val="B6CFD8"/>
                </a:solidFill>
                <a:latin typeface="Arial MT"/>
                <a:cs typeface="Arial MT"/>
              </a:rPr>
              <a:t>serif;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overflow: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hidden;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 dirty="0">
              <a:latin typeface="Arial MT"/>
              <a:cs typeface="Arial MT"/>
            </a:endParaRPr>
          </a:p>
          <a:p>
            <a:pPr marL="12700" marR="2654300">
              <a:lnSpc>
                <a:spcPct val="119900"/>
              </a:lnSpc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.container</a:t>
            </a:r>
            <a:r>
              <a:rPr sz="1100" spc="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r>
              <a:rPr sz="1100" spc="5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relative;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display:</a:t>
            </a:r>
            <a:r>
              <a:rPr sz="1100" spc="-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inline-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block;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.box</a:t>
            </a:r>
            <a:r>
              <a:rPr sz="1100" spc="15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6153" y="4663580"/>
            <a:ext cx="1764664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9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border: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1px</a:t>
            </a:r>
            <a:r>
              <a:rPr sz="1100" spc="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solid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#a35fff; opacity:</a:t>
            </a:r>
            <a:r>
              <a:rPr sz="1100" spc="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0.5;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153" y="5065697"/>
            <a:ext cx="4962525" cy="427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}.box:nth-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child(1)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width: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85" dirty="0">
                <a:solidFill>
                  <a:srgbClr val="B6CFD8"/>
                </a:solidFill>
                <a:latin typeface="Arial MT"/>
                <a:cs typeface="Arial MT"/>
              </a:rPr>
              <a:t>400px;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150px;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20px;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-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80px;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.box:nth-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child(2)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width: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200px;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100px;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-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60px;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left: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50px;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6153" y="5697308"/>
            <a:ext cx="163131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.title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{position: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relative;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6153" y="5898366"/>
            <a:ext cx="12369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text-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align:</a:t>
            </a:r>
            <a:r>
              <a:rPr sz="1100" spc="204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6153" y="6300484"/>
            <a:ext cx="10896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5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size: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80px;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6153" y="6473109"/>
            <a:ext cx="1254125" cy="6286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weight: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bold;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70" dirty="0">
                <a:solidFill>
                  <a:srgbClr val="B6CFD8"/>
                </a:solidFill>
                <a:latin typeface="Arial MT"/>
                <a:cs typeface="Arial MT"/>
              </a:rPr>
              <a:t>.title</a:t>
            </a:r>
            <a:r>
              <a:rPr sz="1100" spc="-2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span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6153" y="7104719"/>
            <a:ext cx="13074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5" dirty="0">
                <a:solidFill>
                  <a:srgbClr val="B6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absolute;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6153" y="7305778"/>
            <a:ext cx="7816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80" dirty="0">
                <a:solidFill>
                  <a:srgbClr val="B6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6CFD8"/>
                </a:solidFill>
                <a:latin typeface="Arial MT"/>
                <a:cs typeface="Arial MT"/>
              </a:rPr>
              <a:t>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40px;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6153" y="7506837"/>
            <a:ext cx="72580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5" dirty="0">
                <a:solidFill>
                  <a:srgbClr val="B6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50px;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6153" y="8081581"/>
            <a:ext cx="3720465" cy="22371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90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weight:</a:t>
            </a:r>
            <a:r>
              <a:rPr sz="1100" spc="1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normal;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&lt;/style&gt;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&lt;/head&gt;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&lt;body&gt;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6CFD8"/>
                </a:solidFill>
                <a:latin typeface="Arial MT"/>
                <a:cs typeface="Arial MT"/>
              </a:rPr>
              <a:t>class="container"&gt;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0" dirty="0">
                <a:solidFill>
                  <a:srgbClr val="B6CFD8"/>
                </a:solidFill>
                <a:latin typeface="Arial MT"/>
                <a:cs typeface="Arial MT"/>
              </a:rPr>
              <a:t>&lt;div</a:t>
            </a:r>
            <a:r>
              <a:rPr sz="1100" spc="380" dirty="0">
                <a:solidFill>
                  <a:srgbClr val="B6CFD8"/>
                </a:solidFill>
                <a:latin typeface="Arial MT"/>
                <a:cs typeface="Arial MT"/>
              </a:rPr>
              <a:t>  </a:t>
            </a: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class="title"&gt;&lt;span&gt;my&lt;/span&gt;PORTFOLIO&lt;/div&gt;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B6CFD8"/>
                </a:solidFill>
                <a:latin typeface="Arial MT"/>
                <a:cs typeface="Arial MT"/>
              </a:rPr>
              <a:t>&lt;/div&gt;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6153" y="7707896"/>
            <a:ext cx="7292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215380" algn="l"/>
              </a:tabLst>
            </a:pPr>
            <a:r>
              <a:rPr sz="1100" spc="95" dirty="0">
                <a:solidFill>
                  <a:srgbClr val="B6CFD8"/>
                </a:solidFill>
                <a:latin typeface="Arial MT"/>
                <a:cs typeface="Arial MT"/>
              </a:rPr>
              <a:t>font-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size:</a:t>
            </a:r>
            <a:r>
              <a:rPr sz="1100" spc="25" dirty="0">
                <a:solidFill>
                  <a:srgbClr val="B6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6CFD8"/>
                </a:solidFill>
                <a:latin typeface="Arial MT"/>
                <a:cs typeface="Arial MT"/>
              </a:rPr>
              <a:t>40px;</a:t>
            </a:r>
            <a:r>
              <a:rPr sz="1100" dirty="0">
                <a:solidFill>
                  <a:srgbClr val="B6CFD8"/>
                </a:solidFill>
                <a:latin typeface="Arial MT"/>
                <a:cs typeface="Arial MT"/>
              </a:rPr>
              <a:t>	</a:t>
            </a:r>
            <a:r>
              <a:rPr sz="1100" spc="95" dirty="0">
                <a:solidFill>
                  <a:srgbClr val="B5CFD8"/>
                </a:solidFill>
                <a:latin typeface="Arial MT"/>
                <a:cs typeface="Arial MT"/>
              </a:rPr>
              <a:t>font-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size: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40px;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49235" y="39225"/>
            <a:ext cx="5189855" cy="10312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&lt;!DOCTYPE</a:t>
            </a:r>
            <a:r>
              <a:rPr sz="1100" spc="-2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html&gt;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&lt;html</a:t>
            </a:r>
            <a:r>
              <a:rPr sz="1100" spc="-2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lang="en"&gt;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&lt;head&gt;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&lt;meta</a:t>
            </a:r>
            <a:r>
              <a:rPr sz="1100" spc="23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charset="UTF-</a:t>
            </a: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8"</a:t>
            </a:r>
            <a:r>
              <a:rPr sz="1100" spc="24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5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&lt;meta</a:t>
            </a:r>
            <a:r>
              <a:rPr sz="1100" spc="3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name="viewport"</a:t>
            </a:r>
            <a:r>
              <a:rPr sz="1100" spc="3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content="width=device-width,</a:t>
            </a:r>
            <a:r>
              <a:rPr sz="1100" spc="3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initial-</a:t>
            </a:r>
            <a:r>
              <a:rPr sz="1100" spc="20" dirty="0">
                <a:solidFill>
                  <a:srgbClr val="B5CFD8"/>
                </a:solidFill>
                <a:latin typeface="Arial MT"/>
                <a:cs typeface="Arial MT"/>
              </a:rPr>
              <a:t>scale=1.0"</a:t>
            </a:r>
            <a:r>
              <a:rPr sz="1100" spc="3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B5CFD8"/>
                </a:solidFill>
                <a:latin typeface="Arial MT"/>
                <a:cs typeface="Arial MT"/>
              </a:rPr>
              <a:t>/&gt;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49235" y="1044519"/>
            <a:ext cx="1805939" cy="427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&lt;title&gt;My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Portfolio&lt;/title&gt;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&lt;style&gt;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49235" y="1475070"/>
            <a:ext cx="4724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90" dirty="0">
                <a:solidFill>
                  <a:srgbClr val="B5CFD8"/>
                </a:solidFill>
                <a:latin typeface="Arial MT"/>
                <a:cs typeface="Arial MT"/>
              </a:rPr>
              <a:t>body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49235" y="1676129"/>
            <a:ext cx="7143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margin:</a:t>
            </a:r>
            <a:r>
              <a:rPr sz="1100" spc="-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0;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49235" y="1877188"/>
            <a:ext cx="10210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100vh;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49235" y="2078247"/>
            <a:ext cx="8851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display: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flex;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49235" y="2279306"/>
            <a:ext cx="16205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justify-</a:t>
            </a: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content: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49235" y="2480365"/>
            <a:ext cx="13544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align-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items:</a:t>
            </a:r>
            <a:r>
              <a:rPr sz="1100" spc="27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-5184" y="933171"/>
            <a:ext cx="6040221" cy="15275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90"/>
              </a:spcBef>
            </a:pPr>
            <a:r>
              <a:rPr lang="en-US" sz="8800" dirty="0">
                <a:solidFill>
                  <a:schemeClr val="tx2"/>
                </a:solidFill>
                <a:latin typeface="Arial Black" panose="020B0A04020102020204" pitchFamily="34" charset="0"/>
              </a:rPr>
              <a:t>About Me</a:t>
            </a:r>
            <a:endParaRPr sz="8800" dirty="0">
              <a:solidFill>
                <a:schemeClr val="tx2"/>
              </a:solidFill>
              <a:latin typeface="Arial Black" panose="020B0A04020102020204" pitchFamily="34" charset="0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49235" y="3055108"/>
            <a:ext cx="1764664" cy="1830437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overflow:</a:t>
            </a:r>
            <a:r>
              <a:rPr sz="1100" spc="-2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hidden;</a:t>
            </a:r>
            <a:endParaRPr sz="1100" dirty="0">
              <a:latin typeface="Arial MT"/>
              <a:cs typeface="Arial MT"/>
            </a:endParaRPr>
          </a:p>
          <a:p>
            <a:pPr marL="12700" marR="325755">
              <a:lnSpc>
                <a:spcPct val="119900"/>
              </a:lnSpc>
            </a:pP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.container</a:t>
            </a:r>
            <a:r>
              <a:rPr sz="1100" spc="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r>
              <a:rPr sz="1100" spc="50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relative; 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display:</a:t>
            </a:r>
            <a:r>
              <a:rPr sz="1100" spc="-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inline-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block;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.box</a:t>
            </a:r>
            <a:r>
              <a:rPr sz="1100" spc="15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endParaRPr sz="1100" dirty="0">
              <a:latin typeface="Arial MT"/>
              <a:cs typeface="Arial MT"/>
            </a:endParaRPr>
          </a:p>
          <a:p>
            <a:pPr marL="12700" marR="5080">
              <a:lnSpc>
                <a:spcPct val="119900"/>
              </a:lnSpc>
            </a:pP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absolute; </a:t>
            </a: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border:</a:t>
            </a:r>
            <a:r>
              <a:rPr sz="1100" spc="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1px</a:t>
            </a:r>
            <a:r>
              <a:rPr sz="1100" spc="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solid</a:t>
            </a:r>
            <a:r>
              <a:rPr sz="1100" spc="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#a35fff; opacity:</a:t>
            </a:r>
            <a:r>
              <a:rPr sz="1100" spc="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B5CFD8"/>
                </a:solidFill>
                <a:latin typeface="Arial MT"/>
                <a:cs typeface="Arial MT"/>
              </a:rPr>
              <a:t>0.5;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449235" y="5065697"/>
            <a:ext cx="4962525" cy="10312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}.box:nth-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child(1)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width: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85" dirty="0">
                <a:solidFill>
                  <a:srgbClr val="B5CFD8"/>
                </a:solidFill>
                <a:latin typeface="Arial MT"/>
                <a:cs typeface="Arial MT"/>
              </a:rPr>
              <a:t>400px;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150px;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-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20px;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-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80px;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.box:nth-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child(2)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width: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200px;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100px;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-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60px;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left: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50px;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.box:nth-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child(3)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width: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500px;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height: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200px;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20px;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B5CFD8"/>
                </a:solidFill>
                <a:latin typeface="Arial MT"/>
                <a:cs typeface="Arial MT"/>
              </a:rPr>
              <a:t>-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100px;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 marR="3335654">
              <a:lnSpc>
                <a:spcPct val="119900"/>
              </a:lnSpc>
            </a:pP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.title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{position: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relative; </a:t>
            </a: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text-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align:</a:t>
            </a:r>
            <a:r>
              <a:rPr sz="1100" spc="204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center;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49235" y="6070991"/>
            <a:ext cx="1254125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69545">
              <a:lnSpc>
                <a:spcPct val="119900"/>
              </a:lnSpc>
              <a:spcBef>
                <a:spcPts val="90"/>
              </a:spcBef>
            </a:pP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color: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white; </a:t>
            </a:r>
            <a:r>
              <a:rPr sz="1100" spc="95" dirty="0">
                <a:solidFill>
                  <a:srgbClr val="B5CFD8"/>
                </a:solidFill>
                <a:latin typeface="Arial MT"/>
                <a:cs typeface="Arial MT"/>
              </a:rPr>
              <a:t>font-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size: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80px;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90" dirty="0">
                <a:solidFill>
                  <a:srgbClr val="B5CFD8"/>
                </a:solidFill>
                <a:latin typeface="Arial MT"/>
                <a:cs typeface="Arial MT"/>
              </a:rPr>
              <a:t>font-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weight:</a:t>
            </a:r>
            <a:r>
              <a:rPr sz="110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bold;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70" dirty="0">
                <a:solidFill>
                  <a:srgbClr val="B5CFD8"/>
                </a:solidFill>
                <a:latin typeface="Arial MT"/>
                <a:cs typeface="Arial MT"/>
              </a:rPr>
              <a:t>.title</a:t>
            </a:r>
            <a:r>
              <a:rPr sz="1100" spc="-2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span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449235" y="7104719"/>
            <a:ext cx="13074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65" dirty="0">
                <a:solidFill>
                  <a:srgbClr val="B5CFD8"/>
                </a:solidFill>
                <a:latin typeface="Arial MT"/>
                <a:cs typeface="Arial MT"/>
              </a:rPr>
              <a:t>position: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absolute;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49235" y="7305778"/>
            <a:ext cx="7816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80" dirty="0">
                <a:solidFill>
                  <a:srgbClr val="B5CFD8"/>
                </a:solidFill>
                <a:latin typeface="Arial MT"/>
                <a:cs typeface="Arial MT"/>
              </a:rPr>
              <a:t>top:</a:t>
            </a:r>
            <a:r>
              <a:rPr sz="1100" spc="-15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60" dirty="0">
                <a:solidFill>
                  <a:srgbClr val="B5CFD8"/>
                </a:solidFill>
                <a:latin typeface="Arial MT"/>
                <a:cs typeface="Arial MT"/>
              </a:rPr>
              <a:t>-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40px;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449235" y="7506837"/>
            <a:ext cx="72580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75" dirty="0">
                <a:solidFill>
                  <a:srgbClr val="B5CFD8"/>
                </a:solidFill>
                <a:latin typeface="Arial MT"/>
                <a:cs typeface="Arial MT"/>
              </a:rPr>
              <a:t>left: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50px;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449235" y="8081581"/>
            <a:ext cx="1644014" cy="18351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90" dirty="0">
                <a:solidFill>
                  <a:srgbClr val="B5CFD8"/>
                </a:solidFill>
                <a:latin typeface="Arial MT"/>
                <a:cs typeface="Arial MT"/>
              </a:rPr>
              <a:t>font-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weight:</a:t>
            </a:r>
            <a:r>
              <a:rPr sz="1100" spc="1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B5CFD8"/>
                </a:solidFill>
                <a:latin typeface="Arial MT"/>
                <a:cs typeface="Arial MT"/>
              </a:rPr>
              <a:t>normal;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25" dirty="0">
                <a:solidFill>
                  <a:srgbClr val="B5CFD8"/>
                </a:solidFill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&lt;/style&gt;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&lt;/head&gt;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&lt;body&gt;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B5CFD8"/>
                </a:solidFill>
                <a:latin typeface="Arial MT"/>
                <a:cs typeface="Arial MT"/>
              </a:rPr>
              <a:t>class="container"&gt;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&lt;div</a:t>
            </a:r>
            <a:r>
              <a:rPr sz="1100" spc="-30" dirty="0">
                <a:solidFill>
                  <a:srgbClr val="B5CF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class="box"&gt;&lt;/div&gt;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449235" y="9891110"/>
            <a:ext cx="3720465" cy="427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50" dirty="0">
                <a:solidFill>
                  <a:srgbClr val="B5CFD8"/>
                </a:solidFill>
                <a:latin typeface="Arial MT"/>
                <a:cs typeface="Arial MT"/>
              </a:rPr>
              <a:t>&lt;div</a:t>
            </a:r>
            <a:r>
              <a:rPr sz="1100" spc="380" dirty="0">
                <a:solidFill>
                  <a:srgbClr val="B5CFD8"/>
                </a:solidFill>
                <a:latin typeface="Arial MT"/>
                <a:cs typeface="Arial MT"/>
              </a:rPr>
              <a:t>  </a:t>
            </a: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class="title"&gt;&lt;span&gt;my&lt;/span&gt;PORTFOLIO&lt;/div&gt;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solidFill>
                  <a:srgbClr val="B5CFD8"/>
                </a:solidFill>
                <a:latin typeface="Arial MT"/>
                <a:cs typeface="Arial MT"/>
              </a:rPr>
              <a:t>&lt;/div&gt;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5295" y="-125654"/>
            <a:ext cx="6696074" cy="2778758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734" y="8184469"/>
            <a:ext cx="2867024" cy="210252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2872" y="5226661"/>
            <a:ext cx="1228724" cy="1323974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F9B9DEE-280E-9E3A-B8C3-16AB7C3C19FC}"/>
              </a:ext>
            </a:extLst>
          </p:cNvPr>
          <p:cNvSpPr txBox="1"/>
          <p:nvPr/>
        </p:nvSpPr>
        <p:spPr>
          <a:xfrm>
            <a:off x="202973" y="-101154"/>
            <a:ext cx="496252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latin typeface="Freestyle Script" panose="030804020302050B0404" pitchFamily="66" charset="0"/>
              </a:rPr>
              <a:t>quick intro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69F5D7-C6E1-EE66-B99C-92A37BB6F25E}"/>
              </a:ext>
            </a:extLst>
          </p:cNvPr>
          <p:cNvSpPr txBox="1"/>
          <p:nvPr/>
        </p:nvSpPr>
        <p:spPr>
          <a:xfrm>
            <a:off x="4191000" y="1775189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800" dirty="0">
              <a:latin typeface="Forte" panose="03060902040502070203" pitchFamily="66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1FAD42-F021-7E05-AE7B-6AAB659A7090}"/>
              </a:ext>
            </a:extLst>
          </p:cNvPr>
          <p:cNvSpPr txBox="1"/>
          <p:nvPr/>
        </p:nvSpPr>
        <p:spPr>
          <a:xfrm>
            <a:off x="1609518" y="3313745"/>
            <a:ext cx="54814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BIPIN  NAYAK</a:t>
            </a:r>
            <a:endParaRPr lang="en-US" sz="2800" dirty="0"/>
          </a:p>
          <a:p>
            <a:r>
              <a:rPr lang="en-US" sz="2800" b="1" dirty="0"/>
              <a:t>Education :</a:t>
            </a:r>
            <a:br>
              <a:rPr lang="en-US" sz="2800" dirty="0"/>
            </a:br>
            <a:r>
              <a:rPr lang="en-US" sz="2800" dirty="0"/>
              <a:t>B.Tech CSE (AI &amp; ML)</a:t>
            </a:r>
            <a:br>
              <a:rPr lang="en-US" sz="2800" dirty="0"/>
            </a:br>
            <a:r>
              <a:rPr lang="en-US" sz="2800" dirty="0"/>
              <a:t>Galgotias University | 2024–2028</a:t>
            </a:r>
            <a:br>
              <a:rPr lang="en-US" sz="2800" dirty="0"/>
            </a:br>
            <a:r>
              <a:rPr lang="en-US" sz="2800" b="1" dirty="0"/>
              <a:t>CGPA: 7.56</a:t>
            </a:r>
            <a:endParaRPr lang="en-US" sz="2800" dirty="0"/>
          </a:p>
          <a:p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CC350C3-FC47-40F5-986B-7FB4DE77CADD}"/>
              </a:ext>
            </a:extLst>
          </p:cNvPr>
          <p:cNvSpPr txBox="1"/>
          <p:nvPr/>
        </p:nvSpPr>
        <p:spPr>
          <a:xfrm>
            <a:off x="1717139" y="7047142"/>
            <a:ext cx="6040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Technical Skills :</a:t>
            </a:r>
            <a:br>
              <a:rPr lang="en-US" sz="2400" dirty="0"/>
            </a:br>
            <a:r>
              <a:rPr lang="en-US" sz="2400" dirty="0"/>
              <a:t>Java, Python, C++, JavaScript</a:t>
            </a:r>
            <a:br>
              <a:rPr lang="en-US" sz="2400" dirty="0"/>
            </a:br>
            <a:r>
              <a:rPr lang="en-US" sz="2400" dirty="0"/>
              <a:t>React.js, Node.js, Next.js</a:t>
            </a:r>
            <a:br>
              <a:rPr lang="en-US" sz="2400" dirty="0"/>
            </a:br>
            <a:r>
              <a:rPr lang="en-US" sz="2400" dirty="0"/>
              <a:t>MySQL, MongoDB, PostgreSQL</a:t>
            </a:r>
            <a:br>
              <a:rPr lang="en-US" sz="2400" dirty="0"/>
            </a:br>
            <a:r>
              <a:rPr lang="en-US" sz="2400" dirty="0"/>
              <a:t>Git, GitHub, Docker</a:t>
            </a:r>
            <a:br>
              <a:rPr lang="en-US" sz="2400" dirty="0"/>
            </a:br>
            <a:r>
              <a:rPr lang="en-US" sz="2400" dirty="0"/>
              <a:t>DSA, OOP, REST APIs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8A7E57-4DF4-ADAD-0064-0266C54D0D67}"/>
              </a:ext>
            </a:extLst>
          </p:cNvPr>
          <p:cNvSpPr txBox="1"/>
          <p:nvPr/>
        </p:nvSpPr>
        <p:spPr>
          <a:xfrm>
            <a:off x="9677400" y="1172013"/>
            <a:ext cx="80834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Strengths :</a:t>
            </a:r>
            <a:br>
              <a:rPr lang="en-US" sz="3200" dirty="0"/>
            </a:br>
            <a:r>
              <a:rPr lang="en-US" sz="3200" dirty="0"/>
              <a:t>Problem Solver, Quick Learner,</a:t>
            </a:r>
            <a:br>
              <a:rPr lang="en-US" sz="3200" dirty="0"/>
            </a:br>
            <a:r>
              <a:rPr lang="en-US" sz="3200" dirty="0"/>
              <a:t>Adaptable &amp; Versatile Thinker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1EA191-15C4-3C2D-2694-7D34BEE74B6F}"/>
              </a:ext>
            </a:extLst>
          </p:cNvPr>
          <p:cNvSpPr txBox="1"/>
          <p:nvPr/>
        </p:nvSpPr>
        <p:spPr>
          <a:xfrm>
            <a:off x="9829800" y="3887777"/>
            <a:ext cx="84517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Interests :</a:t>
            </a:r>
            <a:br>
              <a:rPr lang="en-US" sz="3200" dirty="0"/>
            </a:br>
            <a:r>
              <a:rPr lang="en-US" sz="3200" dirty="0"/>
              <a:t>Artificial Intelligence, Machine Learning,</a:t>
            </a:r>
            <a:br>
              <a:rPr lang="en-US" sz="3200" dirty="0"/>
            </a:br>
            <a:r>
              <a:rPr lang="en-US" sz="3200" dirty="0"/>
              <a:t>Full-Stack Development, Emerging Technologies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9ABA7D-ADD5-6000-11E6-7A374DCA05C7}"/>
              </a:ext>
            </a:extLst>
          </p:cNvPr>
          <p:cNvSpPr txBox="1"/>
          <p:nvPr/>
        </p:nvSpPr>
        <p:spPr>
          <a:xfrm>
            <a:off x="9940898" y="6447277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Projects :</a:t>
            </a:r>
            <a:br>
              <a:rPr lang="en-US" sz="3200" dirty="0"/>
            </a:br>
            <a:r>
              <a:rPr lang="en-US" sz="3200" b="1" dirty="0"/>
              <a:t>AI Consensus Engine</a:t>
            </a:r>
            <a:r>
              <a:rPr lang="en-US" sz="3200" dirty="0"/>
              <a:t> – Next.js, TypeScript, </a:t>
            </a:r>
            <a:r>
              <a:rPr lang="en-US" sz="3200" dirty="0" err="1"/>
              <a:t>FastAPI</a:t>
            </a:r>
            <a:r>
              <a:rPr lang="en-US" sz="3200" dirty="0"/>
              <a:t>, Python, PostgreSQL</a:t>
            </a:r>
            <a:br>
              <a:rPr lang="en-US" sz="3200" dirty="0"/>
            </a:br>
            <a:r>
              <a:rPr lang="en-US" sz="3200" b="1" dirty="0"/>
              <a:t>Mess Feedback System</a:t>
            </a:r>
            <a:r>
              <a:rPr lang="en-US" sz="3200" dirty="0"/>
              <a:t> – Java, OOP, File I/O</a:t>
            </a:r>
            <a:br>
              <a:rPr lang="en-US" sz="3200" dirty="0"/>
            </a:br>
            <a:r>
              <a:rPr lang="en-US" sz="3200" b="1" dirty="0"/>
              <a:t>Online Music Platform</a:t>
            </a:r>
            <a:r>
              <a:rPr lang="en-US" sz="3200" dirty="0"/>
              <a:t> – Java, HTML, CSS,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4"/>
          <p:cNvGrpSpPr/>
          <p:nvPr/>
        </p:nvGrpSpPr>
        <p:grpSpPr>
          <a:xfrm>
            <a:off x="7563787" y="0"/>
            <a:ext cx="8155305" cy="10287000"/>
            <a:chOff x="7563787" y="0"/>
            <a:chExt cx="8155305" cy="10287000"/>
          </a:xfrm>
        </p:grpSpPr>
        <p:sp>
          <p:nvSpPr>
            <p:cNvPr id="15" name="object 15"/>
            <p:cNvSpPr/>
            <p:nvPr/>
          </p:nvSpPr>
          <p:spPr>
            <a:xfrm>
              <a:off x="7563787" y="0"/>
              <a:ext cx="7493000" cy="9178925"/>
            </a:xfrm>
            <a:custGeom>
              <a:avLst/>
              <a:gdLst/>
              <a:ahLst/>
              <a:cxnLst/>
              <a:rect l="l" t="t" r="r" b="b"/>
              <a:pathLst>
                <a:path w="7493000" h="9178925">
                  <a:moveTo>
                    <a:pt x="7466276" y="37851"/>
                  </a:moveTo>
                  <a:lnTo>
                    <a:pt x="7451950" y="27212"/>
                  </a:lnTo>
                  <a:lnTo>
                    <a:pt x="7464390" y="10032"/>
                  </a:lnTo>
                  <a:lnTo>
                    <a:pt x="7471289" y="0"/>
                  </a:lnTo>
                  <a:lnTo>
                    <a:pt x="7492850" y="0"/>
                  </a:lnTo>
                  <a:lnTo>
                    <a:pt x="7491242" y="2465"/>
                  </a:lnTo>
                  <a:lnTo>
                    <a:pt x="7478971" y="20318"/>
                  </a:lnTo>
                  <a:lnTo>
                    <a:pt x="7466276" y="37851"/>
                  </a:lnTo>
                  <a:close/>
                </a:path>
                <a:path w="7493000" h="9178925">
                  <a:moveTo>
                    <a:pt x="7349975" y="166100"/>
                  </a:moveTo>
                  <a:lnTo>
                    <a:pt x="7337986" y="152885"/>
                  </a:lnTo>
                  <a:lnTo>
                    <a:pt x="7353545" y="138425"/>
                  </a:lnTo>
                  <a:lnTo>
                    <a:pt x="7368744" y="123591"/>
                  </a:lnTo>
                  <a:lnTo>
                    <a:pt x="7383577" y="108391"/>
                  </a:lnTo>
                  <a:lnTo>
                    <a:pt x="7398037" y="92831"/>
                  </a:lnTo>
                  <a:lnTo>
                    <a:pt x="7411256" y="104816"/>
                  </a:lnTo>
                  <a:lnTo>
                    <a:pt x="7396499" y="120694"/>
                  </a:lnTo>
                  <a:lnTo>
                    <a:pt x="7381362" y="136206"/>
                  </a:lnTo>
                  <a:lnTo>
                    <a:pt x="7365851" y="151344"/>
                  </a:lnTo>
                  <a:lnTo>
                    <a:pt x="7349975" y="166100"/>
                  </a:lnTo>
                  <a:close/>
                </a:path>
                <a:path w="7493000" h="9178925">
                  <a:moveTo>
                    <a:pt x="7210982" y="269335"/>
                  </a:moveTo>
                  <a:lnTo>
                    <a:pt x="7201803" y="254041"/>
                  </a:lnTo>
                  <a:lnTo>
                    <a:pt x="7219900" y="242866"/>
                  </a:lnTo>
                  <a:lnTo>
                    <a:pt x="7237699" y="231262"/>
                  </a:lnTo>
                  <a:lnTo>
                    <a:pt x="7255191" y="219237"/>
                  </a:lnTo>
                  <a:lnTo>
                    <a:pt x="7272370" y="206798"/>
                  </a:lnTo>
                  <a:lnTo>
                    <a:pt x="7283003" y="221120"/>
                  </a:lnTo>
                  <a:lnTo>
                    <a:pt x="7265472" y="233814"/>
                  </a:lnTo>
                  <a:lnTo>
                    <a:pt x="7247621" y="246087"/>
                  </a:lnTo>
                  <a:lnTo>
                    <a:pt x="7229455" y="257929"/>
                  </a:lnTo>
                  <a:lnTo>
                    <a:pt x="7210982" y="269335"/>
                  </a:lnTo>
                  <a:close/>
                </a:path>
                <a:path w="7493000" h="9178925">
                  <a:moveTo>
                    <a:pt x="7054514" y="343456"/>
                  </a:moveTo>
                  <a:lnTo>
                    <a:pt x="7048511" y="326659"/>
                  </a:lnTo>
                  <a:lnTo>
                    <a:pt x="7068479" y="319232"/>
                  </a:lnTo>
                  <a:lnTo>
                    <a:pt x="7088213" y="311331"/>
                  </a:lnTo>
                  <a:lnTo>
                    <a:pt x="7107704" y="302962"/>
                  </a:lnTo>
                  <a:lnTo>
                    <a:pt x="7126945" y="294134"/>
                  </a:lnTo>
                  <a:lnTo>
                    <a:pt x="7134581" y="310256"/>
                  </a:lnTo>
                  <a:lnTo>
                    <a:pt x="7115019" y="319232"/>
                  </a:lnTo>
                  <a:lnTo>
                    <a:pt x="7095046" y="327809"/>
                  </a:lnTo>
                  <a:lnTo>
                    <a:pt x="7074900" y="335874"/>
                  </a:lnTo>
                  <a:lnTo>
                    <a:pt x="7054514" y="343456"/>
                  </a:lnTo>
                  <a:close/>
                </a:path>
                <a:path w="7493000" h="9178925">
                  <a:moveTo>
                    <a:pt x="6886539" y="385412"/>
                  </a:moveTo>
                  <a:lnTo>
                    <a:pt x="6884056" y="368588"/>
                  </a:lnTo>
                  <a:lnTo>
                    <a:pt x="6883934" y="367762"/>
                  </a:lnTo>
                  <a:lnTo>
                    <a:pt x="6905029" y="364392"/>
                  </a:lnTo>
                  <a:lnTo>
                    <a:pt x="6925948" y="360518"/>
                  </a:lnTo>
                  <a:lnTo>
                    <a:pt x="6946686" y="356145"/>
                  </a:lnTo>
                  <a:lnTo>
                    <a:pt x="6967239" y="351280"/>
                  </a:lnTo>
                  <a:lnTo>
                    <a:pt x="6971565" y="368588"/>
                  </a:lnTo>
                  <a:lnTo>
                    <a:pt x="6950583" y="373554"/>
                  </a:lnTo>
                  <a:lnTo>
                    <a:pt x="6929413" y="378018"/>
                  </a:lnTo>
                  <a:lnTo>
                    <a:pt x="6908063" y="381973"/>
                  </a:lnTo>
                  <a:lnTo>
                    <a:pt x="6886539" y="385412"/>
                  </a:lnTo>
                  <a:close/>
                </a:path>
                <a:path w="7493000" h="9178925">
                  <a:moveTo>
                    <a:pt x="6767803" y="394792"/>
                  </a:moveTo>
                  <a:lnTo>
                    <a:pt x="6710830" y="394792"/>
                  </a:lnTo>
                  <a:lnTo>
                    <a:pt x="6710830" y="376953"/>
                  </a:lnTo>
                  <a:lnTo>
                    <a:pt x="6767589" y="376953"/>
                  </a:lnTo>
                  <a:lnTo>
                    <a:pt x="6778226" y="376761"/>
                  </a:lnTo>
                  <a:lnTo>
                    <a:pt x="6788830" y="376440"/>
                  </a:lnTo>
                  <a:lnTo>
                    <a:pt x="6799398" y="375994"/>
                  </a:lnTo>
                  <a:lnTo>
                    <a:pt x="6800263" y="393812"/>
                  </a:lnTo>
                  <a:lnTo>
                    <a:pt x="6789476" y="394269"/>
                  </a:lnTo>
                  <a:lnTo>
                    <a:pt x="6778655" y="394595"/>
                  </a:lnTo>
                  <a:lnTo>
                    <a:pt x="6767803" y="394792"/>
                  </a:lnTo>
                  <a:close/>
                </a:path>
                <a:path w="7493000" h="9178925">
                  <a:moveTo>
                    <a:pt x="5054977" y="396038"/>
                  </a:moveTo>
                  <a:lnTo>
                    <a:pt x="5053996" y="378225"/>
                  </a:lnTo>
                  <a:lnTo>
                    <a:pt x="5064886" y="377698"/>
                  </a:lnTo>
                  <a:lnTo>
                    <a:pt x="5075812" y="377321"/>
                  </a:lnTo>
                  <a:lnTo>
                    <a:pt x="5090440" y="377018"/>
                  </a:lnTo>
                  <a:lnTo>
                    <a:pt x="5143866" y="377018"/>
                  </a:lnTo>
                  <a:lnTo>
                    <a:pt x="5143866" y="394858"/>
                  </a:lnTo>
                  <a:lnTo>
                    <a:pt x="5090606" y="394858"/>
                  </a:lnTo>
                  <a:lnTo>
                    <a:pt x="5076303" y="395154"/>
                  </a:lnTo>
                  <a:lnTo>
                    <a:pt x="5065621" y="395523"/>
                  </a:lnTo>
                  <a:lnTo>
                    <a:pt x="5054977" y="396038"/>
                  </a:lnTo>
                  <a:close/>
                </a:path>
                <a:path w="7493000" h="9178925">
                  <a:moveTo>
                    <a:pt x="5328210" y="394858"/>
                  </a:moveTo>
                  <a:lnTo>
                    <a:pt x="5236038" y="394858"/>
                  </a:lnTo>
                  <a:lnTo>
                    <a:pt x="5236038" y="377018"/>
                  </a:lnTo>
                  <a:lnTo>
                    <a:pt x="5328210" y="377018"/>
                  </a:lnTo>
                  <a:lnTo>
                    <a:pt x="5328210" y="394858"/>
                  </a:lnTo>
                  <a:close/>
                </a:path>
                <a:path w="7493000" h="9178925">
                  <a:moveTo>
                    <a:pt x="5512562" y="394858"/>
                  </a:moveTo>
                  <a:lnTo>
                    <a:pt x="5420390" y="394858"/>
                  </a:lnTo>
                  <a:lnTo>
                    <a:pt x="5420390" y="377018"/>
                  </a:lnTo>
                  <a:lnTo>
                    <a:pt x="5512562" y="377018"/>
                  </a:lnTo>
                  <a:lnTo>
                    <a:pt x="5512562" y="394858"/>
                  </a:lnTo>
                  <a:close/>
                </a:path>
                <a:path w="7493000" h="9178925">
                  <a:moveTo>
                    <a:pt x="5696914" y="394858"/>
                  </a:moveTo>
                  <a:lnTo>
                    <a:pt x="5604734" y="394858"/>
                  </a:lnTo>
                  <a:lnTo>
                    <a:pt x="5604734" y="377018"/>
                  </a:lnTo>
                  <a:lnTo>
                    <a:pt x="5696914" y="377018"/>
                  </a:lnTo>
                  <a:lnTo>
                    <a:pt x="5696914" y="394858"/>
                  </a:lnTo>
                  <a:close/>
                </a:path>
                <a:path w="7493000" h="9178925">
                  <a:moveTo>
                    <a:pt x="5881258" y="394858"/>
                  </a:moveTo>
                  <a:lnTo>
                    <a:pt x="5789086" y="394858"/>
                  </a:lnTo>
                  <a:lnTo>
                    <a:pt x="5789086" y="377018"/>
                  </a:lnTo>
                  <a:lnTo>
                    <a:pt x="5881258" y="377018"/>
                  </a:lnTo>
                  <a:lnTo>
                    <a:pt x="5881258" y="394858"/>
                  </a:lnTo>
                  <a:close/>
                </a:path>
                <a:path w="7493000" h="9178925">
                  <a:moveTo>
                    <a:pt x="6065610" y="394858"/>
                  </a:moveTo>
                  <a:lnTo>
                    <a:pt x="5973438" y="394858"/>
                  </a:lnTo>
                  <a:lnTo>
                    <a:pt x="5973438" y="377018"/>
                  </a:lnTo>
                  <a:lnTo>
                    <a:pt x="6065610" y="377018"/>
                  </a:lnTo>
                  <a:lnTo>
                    <a:pt x="6065610" y="394858"/>
                  </a:lnTo>
                  <a:close/>
                </a:path>
                <a:path w="7493000" h="9178925">
                  <a:moveTo>
                    <a:pt x="6249962" y="394858"/>
                  </a:moveTo>
                  <a:lnTo>
                    <a:pt x="6157782" y="394858"/>
                  </a:lnTo>
                  <a:lnTo>
                    <a:pt x="6157782" y="377018"/>
                  </a:lnTo>
                  <a:lnTo>
                    <a:pt x="6249962" y="377018"/>
                  </a:lnTo>
                  <a:lnTo>
                    <a:pt x="6249962" y="394858"/>
                  </a:lnTo>
                  <a:close/>
                </a:path>
                <a:path w="7493000" h="9178925">
                  <a:moveTo>
                    <a:pt x="6434306" y="394858"/>
                  </a:moveTo>
                  <a:lnTo>
                    <a:pt x="6342134" y="394858"/>
                  </a:lnTo>
                  <a:lnTo>
                    <a:pt x="6342134" y="377018"/>
                  </a:lnTo>
                  <a:lnTo>
                    <a:pt x="6434306" y="377018"/>
                  </a:lnTo>
                  <a:lnTo>
                    <a:pt x="6434306" y="394858"/>
                  </a:lnTo>
                  <a:close/>
                </a:path>
                <a:path w="7493000" h="9178925">
                  <a:moveTo>
                    <a:pt x="6618658" y="394858"/>
                  </a:moveTo>
                  <a:lnTo>
                    <a:pt x="6526486" y="394858"/>
                  </a:lnTo>
                  <a:lnTo>
                    <a:pt x="6526486" y="377018"/>
                  </a:lnTo>
                  <a:lnTo>
                    <a:pt x="6618658" y="377018"/>
                  </a:lnTo>
                  <a:lnTo>
                    <a:pt x="6618658" y="394858"/>
                  </a:lnTo>
                  <a:close/>
                </a:path>
                <a:path w="7493000" h="9178925">
                  <a:moveTo>
                    <a:pt x="4886547" y="424482"/>
                  </a:moveTo>
                  <a:lnTo>
                    <a:pt x="4923857" y="396467"/>
                  </a:lnTo>
                  <a:lnTo>
                    <a:pt x="4966980" y="387930"/>
                  </a:lnTo>
                  <a:lnTo>
                    <a:pt x="4969950" y="405517"/>
                  </a:lnTo>
                  <a:lnTo>
                    <a:pt x="4948778" y="409401"/>
                  </a:lnTo>
                  <a:lnTo>
                    <a:pt x="4927814" y="413862"/>
                  </a:lnTo>
                  <a:lnTo>
                    <a:pt x="4907068" y="418892"/>
                  </a:lnTo>
                  <a:lnTo>
                    <a:pt x="4886547" y="424482"/>
                  </a:lnTo>
                  <a:close/>
                </a:path>
                <a:path w="7493000" h="9178925">
                  <a:moveTo>
                    <a:pt x="4728804" y="489893"/>
                  </a:moveTo>
                  <a:lnTo>
                    <a:pt x="4758964" y="454191"/>
                  </a:lnTo>
                  <a:lnTo>
                    <a:pt x="4799005" y="436247"/>
                  </a:lnTo>
                  <a:lnTo>
                    <a:pt x="4805838" y="452723"/>
                  </a:lnTo>
                  <a:lnTo>
                    <a:pt x="4786132" y="461226"/>
                  </a:lnTo>
                  <a:lnTo>
                    <a:pt x="4766719" y="470261"/>
                  </a:lnTo>
                  <a:lnTo>
                    <a:pt x="4747606" y="479819"/>
                  </a:lnTo>
                  <a:lnTo>
                    <a:pt x="4728804" y="489893"/>
                  </a:lnTo>
                  <a:close/>
                </a:path>
                <a:path w="7493000" h="9178925">
                  <a:moveTo>
                    <a:pt x="4589569" y="588835"/>
                  </a:moveTo>
                  <a:lnTo>
                    <a:pt x="4611096" y="547292"/>
                  </a:lnTo>
                  <a:lnTo>
                    <a:pt x="4646078" y="520926"/>
                  </a:lnTo>
                  <a:lnTo>
                    <a:pt x="4656417" y="535466"/>
                  </a:lnTo>
                  <a:lnTo>
                    <a:pt x="4639138" y="548115"/>
                  </a:lnTo>
                  <a:lnTo>
                    <a:pt x="4622291" y="561187"/>
                  </a:lnTo>
                  <a:lnTo>
                    <a:pt x="4605704" y="574811"/>
                  </a:lnTo>
                  <a:lnTo>
                    <a:pt x="4589569" y="588835"/>
                  </a:lnTo>
                  <a:close/>
                </a:path>
                <a:path w="7493000" h="9178925">
                  <a:moveTo>
                    <a:pt x="4475713" y="716170"/>
                  </a:moveTo>
                  <a:lnTo>
                    <a:pt x="4461173" y="705832"/>
                  </a:lnTo>
                  <a:lnTo>
                    <a:pt x="4474115" y="688150"/>
                  </a:lnTo>
                  <a:lnTo>
                    <a:pt x="4487539" y="670849"/>
                  </a:lnTo>
                  <a:lnTo>
                    <a:pt x="4501434" y="653940"/>
                  </a:lnTo>
                  <a:lnTo>
                    <a:pt x="4515791" y="637432"/>
                  </a:lnTo>
                  <a:lnTo>
                    <a:pt x="4529082" y="649322"/>
                  </a:lnTo>
                  <a:lnTo>
                    <a:pt x="4515058" y="665457"/>
                  </a:lnTo>
                  <a:lnTo>
                    <a:pt x="4501481" y="681983"/>
                  </a:lnTo>
                  <a:lnTo>
                    <a:pt x="4488362" y="698891"/>
                  </a:lnTo>
                  <a:lnTo>
                    <a:pt x="4475713" y="716170"/>
                  </a:lnTo>
                  <a:close/>
                </a:path>
                <a:path w="7493000" h="9178925">
                  <a:moveTo>
                    <a:pt x="4392970" y="865591"/>
                  </a:moveTo>
                  <a:lnTo>
                    <a:pt x="4376494" y="858758"/>
                  </a:lnTo>
                  <a:lnTo>
                    <a:pt x="4385193" y="838587"/>
                  </a:lnTo>
                  <a:lnTo>
                    <a:pt x="4394438" y="818717"/>
                  </a:lnTo>
                  <a:lnTo>
                    <a:pt x="4404220" y="799156"/>
                  </a:lnTo>
                  <a:lnTo>
                    <a:pt x="4414530" y="779913"/>
                  </a:lnTo>
                  <a:lnTo>
                    <a:pt x="4430140" y="788557"/>
                  </a:lnTo>
                  <a:lnTo>
                    <a:pt x="4420066" y="807360"/>
                  </a:lnTo>
                  <a:lnTo>
                    <a:pt x="4410508" y="826472"/>
                  </a:lnTo>
                  <a:lnTo>
                    <a:pt x="4401473" y="845885"/>
                  </a:lnTo>
                  <a:lnTo>
                    <a:pt x="4392970" y="865591"/>
                  </a:lnTo>
                  <a:close/>
                </a:path>
                <a:path w="7493000" h="9178925">
                  <a:moveTo>
                    <a:pt x="4345765" y="1029704"/>
                  </a:moveTo>
                  <a:lnTo>
                    <a:pt x="4328174" y="1026733"/>
                  </a:lnTo>
                  <a:lnTo>
                    <a:pt x="4332146" y="1005066"/>
                  </a:lnTo>
                  <a:lnTo>
                    <a:pt x="4336712" y="983610"/>
                  </a:lnTo>
                  <a:lnTo>
                    <a:pt x="4341861" y="962377"/>
                  </a:lnTo>
                  <a:lnTo>
                    <a:pt x="4347584" y="941377"/>
                  </a:lnTo>
                  <a:lnTo>
                    <a:pt x="4364729" y="946300"/>
                  </a:lnTo>
                  <a:lnTo>
                    <a:pt x="4359139" y="966821"/>
                  </a:lnTo>
                  <a:lnTo>
                    <a:pt x="4354109" y="987567"/>
                  </a:lnTo>
                  <a:lnTo>
                    <a:pt x="4349648" y="1008531"/>
                  </a:lnTo>
                  <a:lnTo>
                    <a:pt x="4345765" y="1029704"/>
                  </a:lnTo>
                  <a:close/>
                </a:path>
                <a:path w="7493000" h="9178925">
                  <a:moveTo>
                    <a:pt x="4318469" y="1201309"/>
                  </a:moveTo>
                  <a:lnTo>
                    <a:pt x="4317946" y="1190419"/>
                  </a:lnTo>
                  <a:lnTo>
                    <a:pt x="4317569" y="1179493"/>
                  </a:lnTo>
                  <a:lnTo>
                    <a:pt x="4317341" y="1168529"/>
                  </a:lnTo>
                  <a:lnTo>
                    <a:pt x="4317341" y="1146529"/>
                  </a:lnTo>
                  <a:lnTo>
                    <a:pt x="4317559" y="1136056"/>
                  </a:lnTo>
                  <a:lnTo>
                    <a:pt x="4317920" y="1125374"/>
                  </a:lnTo>
                  <a:lnTo>
                    <a:pt x="4318422" y="1114730"/>
                  </a:lnTo>
                  <a:lnTo>
                    <a:pt x="4318469" y="1113749"/>
                  </a:lnTo>
                  <a:lnTo>
                    <a:pt x="4336282" y="1114730"/>
                  </a:lnTo>
                  <a:lnTo>
                    <a:pt x="4335803" y="1124639"/>
                  </a:lnTo>
                  <a:lnTo>
                    <a:pt x="4335416" y="1135565"/>
                  </a:lnTo>
                  <a:lnTo>
                    <a:pt x="4335184" y="1146529"/>
                  </a:lnTo>
                  <a:lnTo>
                    <a:pt x="4335184" y="1168529"/>
                  </a:lnTo>
                  <a:lnTo>
                    <a:pt x="4335399" y="1179002"/>
                  </a:lnTo>
                  <a:lnTo>
                    <a:pt x="4335767" y="1189684"/>
                  </a:lnTo>
                  <a:lnTo>
                    <a:pt x="4336282" y="1200328"/>
                  </a:lnTo>
                  <a:lnTo>
                    <a:pt x="4318469" y="1201309"/>
                  </a:lnTo>
                  <a:close/>
                </a:path>
                <a:path w="7493000" h="9178925">
                  <a:moveTo>
                    <a:pt x="4347584" y="1373682"/>
                  </a:moveTo>
                  <a:lnTo>
                    <a:pt x="4341861" y="1352682"/>
                  </a:lnTo>
                  <a:lnTo>
                    <a:pt x="4336712" y="1331448"/>
                  </a:lnTo>
                  <a:lnTo>
                    <a:pt x="4332146" y="1309992"/>
                  </a:lnTo>
                  <a:lnTo>
                    <a:pt x="4328174" y="1288325"/>
                  </a:lnTo>
                  <a:lnTo>
                    <a:pt x="4345765" y="1285355"/>
                  </a:lnTo>
                  <a:lnTo>
                    <a:pt x="4349648" y="1306527"/>
                  </a:lnTo>
                  <a:lnTo>
                    <a:pt x="4354109" y="1327491"/>
                  </a:lnTo>
                  <a:lnTo>
                    <a:pt x="4359139" y="1348237"/>
                  </a:lnTo>
                  <a:lnTo>
                    <a:pt x="4364729" y="1368758"/>
                  </a:lnTo>
                  <a:lnTo>
                    <a:pt x="4347584" y="1373682"/>
                  </a:lnTo>
                  <a:close/>
                </a:path>
                <a:path w="7493000" h="9178925">
                  <a:moveTo>
                    <a:pt x="4414530" y="1535145"/>
                  </a:moveTo>
                  <a:lnTo>
                    <a:pt x="4404220" y="1515902"/>
                  </a:lnTo>
                  <a:lnTo>
                    <a:pt x="4394438" y="1496341"/>
                  </a:lnTo>
                  <a:lnTo>
                    <a:pt x="4385193" y="1476471"/>
                  </a:lnTo>
                  <a:lnTo>
                    <a:pt x="4376494" y="1456300"/>
                  </a:lnTo>
                  <a:lnTo>
                    <a:pt x="4392970" y="1449467"/>
                  </a:lnTo>
                  <a:lnTo>
                    <a:pt x="4401473" y="1469173"/>
                  </a:lnTo>
                  <a:lnTo>
                    <a:pt x="4410508" y="1488586"/>
                  </a:lnTo>
                  <a:lnTo>
                    <a:pt x="4420066" y="1507699"/>
                  </a:lnTo>
                  <a:lnTo>
                    <a:pt x="4430140" y="1526501"/>
                  </a:lnTo>
                  <a:lnTo>
                    <a:pt x="4414530" y="1535145"/>
                  </a:lnTo>
                  <a:close/>
                </a:path>
                <a:path w="7493000" h="9178925">
                  <a:moveTo>
                    <a:pt x="4515791" y="1677626"/>
                  </a:moveTo>
                  <a:lnTo>
                    <a:pt x="4501434" y="1661118"/>
                  </a:lnTo>
                  <a:lnTo>
                    <a:pt x="4487539" y="1644209"/>
                  </a:lnTo>
                  <a:lnTo>
                    <a:pt x="4474115" y="1626909"/>
                  </a:lnTo>
                  <a:lnTo>
                    <a:pt x="4461173" y="1609227"/>
                  </a:lnTo>
                  <a:lnTo>
                    <a:pt x="4475713" y="1598888"/>
                  </a:lnTo>
                  <a:lnTo>
                    <a:pt x="4488362" y="1616167"/>
                  </a:lnTo>
                  <a:lnTo>
                    <a:pt x="4501481" y="1633075"/>
                  </a:lnTo>
                  <a:lnTo>
                    <a:pt x="4515058" y="1649601"/>
                  </a:lnTo>
                  <a:lnTo>
                    <a:pt x="4529082" y="1665736"/>
                  </a:lnTo>
                  <a:lnTo>
                    <a:pt x="4515791" y="1677626"/>
                  </a:lnTo>
                  <a:close/>
                </a:path>
                <a:path w="7493000" h="9178925">
                  <a:moveTo>
                    <a:pt x="4646078" y="1794132"/>
                  </a:moveTo>
                  <a:lnTo>
                    <a:pt x="4628396" y="1781190"/>
                  </a:lnTo>
                  <a:lnTo>
                    <a:pt x="4611096" y="1767766"/>
                  </a:lnTo>
                  <a:lnTo>
                    <a:pt x="4594133" y="1753824"/>
                  </a:lnTo>
                  <a:lnTo>
                    <a:pt x="4577679" y="1739514"/>
                  </a:lnTo>
                  <a:lnTo>
                    <a:pt x="4589569" y="1726223"/>
                  </a:lnTo>
                  <a:lnTo>
                    <a:pt x="4605704" y="1740247"/>
                  </a:lnTo>
                  <a:lnTo>
                    <a:pt x="4622230" y="1753824"/>
                  </a:lnTo>
                  <a:lnTo>
                    <a:pt x="4639138" y="1766943"/>
                  </a:lnTo>
                  <a:lnTo>
                    <a:pt x="4656417" y="1779592"/>
                  </a:lnTo>
                  <a:lnTo>
                    <a:pt x="4646078" y="1794132"/>
                  </a:lnTo>
                  <a:close/>
                </a:path>
                <a:path w="7493000" h="9178925">
                  <a:moveTo>
                    <a:pt x="4799005" y="1878811"/>
                  </a:moveTo>
                  <a:lnTo>
                    <a:pt x="4778834" y="1870112"/>
                  </a:lnTo>
                  <a:lnTo>
                    <a:pt x="4758964" y="1860867"/>
                  </a:lnTo>
                  <a:lnTo>
                    <a:pt x="4739403" y="1851085"/>
                  </a:lnTo>
                  <a:lnTo>
                    <a:pt x="4720160" y="1840775"/>
                  </a:lnTo>
                  <a:lnTo>
                    <a:pt x="4728804" y="1825165"/>
                  </a:lnTo>
                  <a:lnTo>
                    <a:pt x="4747606" y="1835239"/>
                  </a:lnTo>
                  <a:lnTo>
                    <a:pt x="4766719" y="1844797"/>
                  </a:lnTo>
                  <a:lnTo>
                    <a:pt x="4786132" y="1853832"/>
                  </a:lnTo>
                  <a:lnTo>
                    <a:pt x="4805838" y="1862335"/>
                  </a:lnTo>
                  <a:lnTo>
                    <a:pt x="4799005" y="1878811"/>
                  </a:lnTo>
                  <a:close/>
                </a:path>
                <a:path w="7493000" h="9178925">
                  <a:moveTo>
                    <a:pt x="4966980" y="1927131"/>
                  </a:moveTo>
                  <a:lnTo>
                    <a:pt x="4945313" y="1923159"/>
                  </a:lnTo>
                  <a:lnTo>
                    <a:pt x="4923857" y="1918593"/>
                  </a:lnTo>
                  <a:lnTo>
                    <a:pt x="4902623" y="1913444"/>
                  </a:lnTo>
                  <a:lnTo>
                    <a:pt x="4881623" y="1907721"/>
                  </a:lnTo>
                  <a:lnTo>
                    <a:pt x="4886547" y="1890576"/>
                  </a:lnTo>
                  <a:lnTo>
                    <a:pt x="4907068" y="1896166"/>
                  </a:lnTo>
                  <a:lnTo>
                    <a:pt x="4927814" y="1901196"/>
                  </a:lnTo>
                  <a:lnTo>
                    <a:pt x="4948778" y="1905657"/>
                  </a:lnTo>
                  <a:lnTo>
                    <a:pt x="4969950" y="1909541"/>
                  </a:lnTo>
                  <a:lnTo>
                    <a:pt x="4966980" y="1927131"/>
                  </a:lnTo>
                  <a:close/>
                </a:path>
                <a:path w="7493000" h="9178925">
                  <a:moveTo>
                    <a:pt x="5115063" y="1937964"/>
                  </a:moveTo>
                  <a:lnTo>
                    <a:pt x="5086776" y="1937964"/>
                  </a:lnTo>
                  <a:lnTo>
                    <a:pt x="5075812" y="1937736"/>
                  </a:lnTo>
                  <a:lnTo>
                    <a:pt x="5064886" y="1937359"/>
                  </a:lnTo>
                  <a:lnTo>
                    <a:pt x="5053996" y="1936836"/>
                  </a:lnTo>
                  <a:lnTo>
                    <a:pt x="5054917" y="1920127"/>
                  </a:lnTo>
                  <a:lnTo>
                    <a:pt x="5054977" y="1919023"/>
                  </a:lnTo>
                  <a:lnTo>
                    <a:pt x="5065621" y="1919538"/>
                  </a:lnTo>
                  <a:lnTo>
                    <a:pt x="5076303" y="1919906"/>
                  </a:lnTo>
                  <a:lnTo>
                    <a:pt x="5087022" y="1920127"/>
                  </a:lnTo>
                  <a:lnTo>
                    <a:pt x="5115063" y="1920127"/>
                  </a:lnTo>
                  <a:lnTo>
                    <a:pt x="5115063" y="1937964"/>
                  </a:lnTo>
                  <a:close/>
                </a:path>
                <a:path w="7493000" h="9178925">
                  <a:moveTo>
                    <a:pt x="5211329" y="1939262"/>
                  </a:moveTo>
                  <a:lnTo>
                    <a:pt x="5200282" y="1938729"/>
                  </a:lnTo>
                  <a:lnTo>
                    <a:pt x="5189195" y="1938347"/>
                  </a:lnTo>
                  <a:lnTo>
                    <a:pt x="5174352" y="1938040"/>
                  </a:lnTo>
                  <a:lnTo>
                    <a:pt x="5149620" y="1938040"/>
                  </a:lnTo>
                  <a:lnTo>
                    <a:pt x="5149620" y="1920200"/>
                  </a:lnTo>
                  <a:lnTo>
                    <a:pt x="5174516" y="1920200"/>
                  </a:lnTo>
                  <a:lnTo>
                    <a:pt x="5189686" y="1920514"/>
                  </a:lnTo>
                  <a:lnTo>
                    <a:pt x="5201018" y="1920904"/>
                  </a:lnTo>
                  <a:lnTo>
                    <a:pt x="5212311" y="1921449"/>
                  </a:lnTo>
                  <a:lnTo>
                    <a:pt x="5211396" y="1938040"/>
                  </a:lnTo>
                  <a:lnTo>
                    <a:pt x="5211329" y="1939262"/>
                  </a:lnTo>
                  <a:close/>
                </a:path>
                <a:path w="7493000" h="9178925">
                  <a:moveTo>
                    <a:pt x="5386164" y="1968788"/>
                  </a:moveTo>
                  <a:lnTo>
                    <a:pt x="5364863" y="1962988"/>
                  </a:lnTo>
                  <a:lnTo>
                    <a:pt x="5343327" y="1957768"/>
                  </a:lnTo>
                  <a:lnTo>
                    <a:pt x="5321568" y="1953140"/>
                  </a:lnTo>
                  <a:lnTo>
                    <a:pt x="5299594" y="1949110"/>
                  </a:lnTo>
                  <a:lnTo>
                    <a:pt x="5302555" y="1931520"/>
                  </a:lnTo>
                  <a:lnTo>
                    <a:pt x="5325033" y="1935638"/>
                  </a:lnTo>
                  <a:lnTo>
                    <a:pt x="5347287" y="1940371"/>
                  </a:lnTo>
                  <a:lnTo>
                    <a:pt x="5369308" y="1945709"/>
                  </a:lnTo>
                  <a:lnTo>
                    <a:pt x="5391088" y="1951644"/>
                  </a:lnTo>
                  <a:lnTo>
                    <a:pt x="5386164" y="1968788"/>
                  </a:lnTo>
                  <a:close/>
                </a:path>
                <a:path w="7493000" h="9178925">
                  <a:moveTo>
                    <a:pt x="5549901" y="2036688"/>
                  </a:moveTo>
                  <a:lnTo>
                    <a:pt x="5530385" y="2026230"/>
                  </a:lnTo>
                  <a:lnTo>
                    <a:pt x="5510547" y="2016308"/>
                  </a:lnTo>
                  <a:lnTo>
                    <a:pt x="5490397" y="2006931"/>
                  </a:lnTo>
                  <a:lnTo>
                    <a:pt x="5469941" y="1998109"/>
                  </a:lnTo>
                  <a:lnTo>
                    <a:pt x="5476774" y="1981633"/>
                  </a:lnTo>
                  <a:lnTo>
                    <a:pt x="5497691" y="1990653"/>
                  </a:lnTo>
                  <a:lnTo>
                    <a:pt x="5518300" y="2000242"/>
                  </a:lnTo>
                  <a:lnTo>
                    <a:pt x="5538591" y="2010387"/>
                  </a:lnTo>
                  <a:lnTo>
                    <a:pt x="5558554" y="2021078"/>
                  </a:lnTo>
                  <a:lnTo>
                    <a:pt x="5549901" y="2036688"/>
                  </a:lnTo>
                  <a:close/>
                </a:path>
                <a:path w="7493000" h="9178925">
                  <a:moveTo>
                    <a:pt x="5694426" y="2139395"/>
                  </a:moveTo>
                  <a:lnTo>
                    <a:pt x="5677681" y="2124833"/>
                  </a:lnTo>
                  <a:lnTo>
                    <a:pt x="5660528" y="2110740"/>
                  </a:lnTo>
                  <a:lnTo>
                    <a:pt x="5642979" y="2097123"/>
                  </a:lnTo>
                  <a:lnTo>
                    <a:pt x="5625045" y="2083992"/>
                  </a:lnTo>
                  <a:lnTo>
                    <a:pt x="5635383" y="2069452"/>
                  </a:lnTo>
                  <a:lnTo>
                    <a:pt x="5653721" y="2082877"/>
                  </a:lnTo>
                  <a:lnTo>
                    <a:pt x="5671662" y="2096800"/>
                  </a:lnTo>
                  <a:lnTo>
                    <a:pt x="5689198" y="2111209"/>
                  </a:lnTo>
                  <a:lnTo>
                    <a:pt x="5706316" y="2126095"/>
                  </a:lnTo>
                  <a:lnTo>
                    <a:pt x="5694426" y="2139395"/>
                  </a:lnTo>
                  <a:close/>
                </a:path>
                <a:path w="7493000" h="9178925">
                  <a:moveTo>
                    <a:pt x="5812617" y="2271564"/>
                  </a:moveTo>
                  <a:lnTo>
                    <a:pt x="5799486" y="2253630"/>
                  </a:lnTo>
                  <a:lnTo>
                    <a:pt x="5785869" y="2236081"/>
                  </a:lnTo>
                  <a:lnTo>
                    <a:pt x="5771776" y="2218929"/>
                  </a:lnTo>
                  <a:lnTo>
                    <a:pt x="5757214" y="2202183"/>
                  </a:lnTo>
                  <a:lnTo>
                    <a:pt x="5770515" y="2190293"/>
                  </a:lnTo>
                  <a:lnTo>
                    <a:pt x="5785400" y="2207411"/>
                  </a:lnTo>
                  <a:lnTo>
                    <a:pt x="5799809" y="2224946"/>
                  </a:lnTo>
                  <a:lnTo>
                    <a:pt x="5813732" y="2242888"/>
                  </a:lnTo>
                  <a:lnTo>
                    <a:pt x="5827157" y="2261226"/>
                  </a:lnTo>
                  <a:lnTo>
                    <a:pt x="5812617" y="2271564"/>
                  </a:lnTo>
                  <a:close/>
                </a:path>
                <a:path w="7493000" h="9178925">
                  <a:moveTo>
                    <a:pt x="5898500" y="2426668"/>
                  </a:moveTo>
                  <a:lnTo>
                    <a:pt x="5889678" y="2406216"/>
                  </a:lnTo>
                  <a:lnTo>
                    <a:pt x="5880301" y="2386065"/>
                  </a:lnTo>
                  <a:lnTo>
                    <a:pt x="5870379" y="2366226"/>
                  </a:lnTo>
                  <a:lnTo>
                    <a:pt x="5859921" y="2346707"/>
                  </a:lnTo>
                  <a:lnTo>
                    <a:pt x="5875531" y="2338064"/>
                  </a:lnTo>
                  <a:lnTo>
                    <a:pt x="5886221" y="2358022"/>
                  </a:lnTo>
                  <a:lnTo>
                    <a:pt x="5896367" y="2378310"/>
                  </a:lnTo>
                  <a:lnTo>
                    <a:pt x="5905956" y="2398918"/>
                  </a:lnTo>
                  <a:lnTo>
                    <a:pt x="5914976" y="2419834"/>
                  </a:lnTo>
                  <a:lnTo>
                    <a:pt x="5898500" y="2426668"/>
                  </a:lnTo>
                  <a:close/>
                </a:path>
                <a:path w="7493000" h="9178925">
                  <a:moveTo>
                    <a:pt x="5947498" y="2597015"/>
                  </a:moveTo>
                  <a:lnTo>
                    <a:pt x="5943469" y="2575041"/>
                  </a:lnTo>
                  <a:lnTo>
                    <a:pt x="5938841" y="2553282"/>
                  </a:lnTo>
                  <a:lnTo>
                    <a:pt x="5933621" y="2531747"/>
                  </a:lnTo>
                  <a:lnTo>
                    <a:pt x="5927821" y="2510445"/>
                  </a:lnTo>
                  <a:lnTo>
                    <a:pt x="5944965" y="2505521"/>
                  </a:lnTo>
                  <a:lnTo>
                    <a:pt x="5950899" y="2527301"/>
                  </a:lnTo>
                  <a:lnTo>
                    <a:pt x="5956238" y="2549322"/>
                  </a:lnTo>
                  <a:lnTo>
                    <a:pt x="5960971" y="2571576"/>
                  </a:lnTo>
                  <a:lnTo>
                    <a:pt x="5965089" y="2594054"/>
                  </a:lnTo>
                  <a:lnTo>
                    <a:pt x="5947498" y="2597015"/>
                  </a:lnTo>
                  <a:close/>
                </a:path>
                <a:path w="7493000" h="9178925">
                  <a:moveTo>
                    <a:pt x="5975160" y="2775105"/>
                  </a:moveTo>
                  <a:lnTo>
                    <a:pt x="5957346" y="2774124"/>
                  </a:lnTo>
                  <a:lnTo>
                    <a:pt x="5957844" y="2763813"/>
                  </a:lnTo>
                  <a:lnTo>
                    <a:pt x="5958245" y="2752481"/>
                  </a:lnTo>
                  <a:lnTo>
                    <a:pt x="5958487" y="2741110"/>
                  </a:lnTo>
                  <a:lnTo>
                    <a:pt x="5958487" y="2718294"/>
                  </a:lnTo>
                  <a:lnTo>
                    <a:pt x="5958262" y="2707414"/>
                  </a:lnTo>
                  <a:lnTo>
                    <a:pt x="5957880" y="2696326"/>
                  </a:lnTo>
                  <a:lnTo>
                    <a:pt x="5957346" y="2685280"/>
                  </a:lnTo>
                  <a:lnTo>
                    <a:pt x="5975160" y="2684299"/>
                  </a:lnTo>
                  <a:lnTo>
                    <a:pt x="5975705" y="2695591"/>
                  </a:lnTo>
                  <a:lnTo>
                    <a:pt x="5976095" y="2706923"/>
                  </a:lnTo>
                  <a:lnTo>
                    <a:pt x="5976330" y="2718294"/>
                  </a:lnTo>
                  <a:lnTo>
                    <a:pt x="5976330" y="2741110"/>
                  </a:lnTo>
                  <a:lnTo>
                    <a:pt x="5976106" y="2751990"/>
                  </a:lnTo>
                  <a:lnTo>
                    <a:pt x="5975730" y="2763078"/>
                  </a:lnTo>
                  <a:lnTo>
                    <a:pt x="5975207" y="2774124"/>
                  </a:lnTo>
                  <a:lnTo>
                    <a:pt x="5975160" y="2775105"/>
                  </a:lnTo>
                  <a:close/>
                </a:path>
                <a:path w="7493000" h="9178925">
                  <a:moveTo>
                    <a:pt x="5944965" y="2953883"/>
                  </a:moveTo>
                  <a:lnTo>
                    <a:pt x="5927821" y="2948959"/>
                  </a:lnTo>
                  <a:lnTo>
                    <a:pt x="5933621" y="2927657"/>
                  </a:lnTo>
                  <a:lnTo>
                    <a:pt x="5938841" y="2906122"/>
                  </a:lnTo>
                  <a:lnTo>
                    <a:pt x="5943469" y="2884363"/>
                  </a:lnTo>
                  <a:lnTo>
                    <a:pt x="5947498" y="2862389"/>
                  </a:lnTo>
                  <a:lnTo>
                    <a:pt x="5965089" y="2865350"/>
                  </a:lnTo>
                  <a:lnTo>
                    <a:pt x="5960971" y="2887828"/>
                  </a:lnTo>
                  <a:lnTo>
                    <a:pt x="5956238" y="2910082"/>
                  </a:lnTo>
                  <a:lnTo>
                    <a:pt x="5950899" y="2932103"/>
                  </a:lnTo>
                  <a:lnTo>
                    <a:pt x="5944965" y="2953883"/>
                  </a:lnTo>
                  <a:close/>
                </a:path>
                <a:path w="7493000" h="9178925">
                  <a:moveTo>
                    <a:pt x="5875531" y="3121340"/>
                  </a:moveTo>
                  <a:lnTo>
                    <a:pt x="5859921" y="3112697"/>
                  </a:lnTo>
                  <a:lnTo>
                    <a:pt x="5870379" y="3093178"/>
                  </a:lnTo>
                  <a:lnTo>
                    <a:pt x="5880301" y="3073339"/>
                  </a:lnTo>
                  <a:lnTo>
                    <a:pt x="5889678" y="3053188"/>
                  </a:lnTo>
                  <a:lnTo>
                    <a:pt x="5898500" y="3032736"/>
                  </a:lnTo>
                  <a:lnTo>
                    <a:pt x="5914976" y="3039570"/>
                  </a:lnTo>
                  <a:lnTo>
                    <a:pt x="5905956" y="3060486"/>
                  </a:lnTo>
                  <a:lnTo>
                    <a:pt x="5896367" y="3081094"/>
                  </a:lnTo>
                  <a:lnTo>
                    <a:pt x="5886221" y="3101382"/>
                  </a:lnTo>
                  <a:lnTo>
                    <a:pt x="5875531" y="3121340"/>
                  </a:lnTo>
                  <a:close/>
                </a:path>
                <a:path w="7493000" h="9178925">
                  <a:moveTo>
                    <a:pt x="5770515" y="3269111"/>
                  </a:moveTo>
                  <a:lnTo>
                    <a:pt x="5757214" y="3257221"/>
                  </a:lnTo>
                  <a:lnTo>
                    <a:pt x="5771776" y="3240475"/>
                  </a:lnTo>
                  <a:lnTo>
                    <a:pt x="5785869" y="3223323"/>
                  </a:lnTo>
                  <a:lnTo>
                    <a:pt x="5799486" y="3205774"/>
                  </a:lnTo>
                  <a:lnTo>
                    <a:pt x="5812617" y="3187840"/>
                  </a:lnTo>
                  <a:lnTo>
                    <a:pt x="5827157" y="3198178"/>
                  </a:lnTo>
                  <a:lnTo>
                    <a:pt x="5813732" y="3216516"/>
                  </a:lnTo>
                  <a:lnTo>
                    <a:pt x="5799809" y="3234458"/>
                  </a:lnTo>
                  <a:lnTo>
                    <a:pt x="5785400" y="3251993"/>
                  </a:lnTo>
                  <a:lnTo>
                    <a:pt x="5770515" y="3269111"/>
                  </a:lnTo>
                  <a:close/>
                </a:path>
                <a:path w="7493000" h="9178925">
                  <a:moveTo>
                    <a:pt x="5635383" y="3389952"/>
                  </a:moveTo>
                  <a:lnTo>
                    <a:pt x="5625045" y="3375412"/>
                  </a:lnTo>
                  <a:lnTo>
                    <a:pt x="5642979" y="3362281"/>
                  </a:lnTo>
                  <a:lnTo>
                    <a:pt x="5660528" y="3348664"/>
                  </a:lnTo>
                  <a:lnTo>
                    <a:pt x="5677681" y="3334571"/>
                  </a:lnTo>
                  <a:lnTo>
                    <a:pt x="5694426" y="3320009"/>
                  </a:lnTo>
                  <a:lnTo>
                    <a:pt x="5706316" y="3333309"/>
                  </a:lnTo>
                  <a:lnTo>
                    <a:pt x="5689198" y="3348195"/>
                  </a:lnTo>
                  <a:lnTo>
                    <a:pt x="5671662" y="3362604"/>
                  </a:lnTo>
                  <a:lnTo>
                    <a:pt x="5653721" y="3376527"/>
                  </a:lnTo>
                  <a:lnTo>
                    <a:pt x="5635383" y="3389952"/>
                  </a:lnTo>
                  <a:close/>
                </a:path>
                <a:path w="7493000" h="9178925">
                  <a:moveTo>
                    <a:pt x="5476774" y="3477771"/>
                  </a:moveTo>
                  <a:lnTo>
                    <a:pt x="5469941" y="3461295"/>
                  </a:lnTo>
                  <a:lnTo>
                    <a:pt x="5490397" y="3452473"/>
                  </a:lnTo>
                  <a:lnTo>
                    <a:pt x="5510547" y="3443096"/>
                  </a:lnTo>
                  <a:lnTo>
                    <a:pt x="5530385" y="3433174"/>
                  </a:lnTo>
                  <a:lnTo>
                    <a:pt x="5549901" y="3422716"/>
                  </a:lnTo>
                  <a:lnTo>
                    <a:pt x="5558554" y="3438326"/>
                  </a:lnTo>
                  <a:lnTo>
                    <a:pt x="5538591" y="3449017"/>
                  </a:lnTo>
                  <a:lnTo>
                    <a:pt x="5518300" y="3459162"/>
                  </a:lnTo>
                  <a:lnTo>
                    <a:pt x="5497691" y="3468751"/>
                  </a:lnTo>
                  <a:lnTo>
                    <a:pt x="5476774" y="3477771"/>
                  </a:lnTo>
                  <a:close/>
                </a:path>
                <a:path w="7493000" h="9178925">
                  <a:moveTo>
                    <a:pt x="5302555" y="3527884"/>
                  </a:moveTo>
                  <a:lnTo>
                    <a:pt x="5299594" y="3510294"/>
                  </a:lnTo>
                  <a:lnTo>
                    <a:pt x="5321568" y="3506264"/>
                  </a:lnTo>
                  <a:lnTo>
                    <a:pt x="5343327" y="3501636"/>
                  </a:lnTo>
                  <a:lnTo>
                    <a:pt x="5364863" y="3496416"/>
                  </a:lnTo>
                  <a:lnTo>
                    <a:pt x="5386164" y="3490616"/>
                  </a:lnTo>
                  <a:lnTo>
                    <a:pt x="5391088" y="3507760"/>
                  </a:lnTo>
                  <a:lnTo>
                    <a:pt x="5369308" y="3513695"/>
                  </a:lnTo>
                  <a:lnTo>
                    <a:pt x="5347287" y="3519033"/>
                  </a:lnTo>
                  <a:lnTo>
                    <a:pt x="5325033" y="3523766"/>
                  </a:lnTo>
                  <a:lnTo>
                    <a:pt x="5302555" y="3527884"/>
                  </a:lnTo>
                  <a:close/>
                </a:path>
                <a:path w="7493000" h="9178925">
                  <a:moveTo>
                    <a:pt x="5178315" y="3539125"/>
                  </a:moveTo>
                  <a:lnTo>
                    <a:pt x="5122779" y="3539125"/>
                  </a:lnTo>
                  <a:lnTo>
                    <a:pt x="5122779" y="3521287"/>
                  </a:lnTo>
                  <a:lnTo>
                    <a:pt x="5178069" y="3521287"/>
                  </a:lnTo>
                  <a:lnTo>
                    <a:pt x="5189195" y="3521057"/>
                  </a:lnTo>
                  <a:lnTo>
                    <a:pt x="5200282" y="3520675"/>
                  </a:lnTo>
                  <a:lnTo>
                    <a:pt x="5211329" y="3520142"/>
                  </a:lnTo>
                  <a:lnTo>
                    <a:pt x="5212311" y="3537955"/>
                  </a:lnTo>
                  <a:lnTo>
                    <a:pt x="5201018" y="3538500"/>
                  </a:lnTo>
                  <a:lnTo>
                    <a:pt x="5189686" y="3538890"/>
                  </a:lnTo>
                  <a:lnTo>
                    <a:pt x="5178315" y="3539125"/>
                  </a:lnTo>
                  <a:close/>
                </a:path>
                <a:path w="7493000" h="9178925">
                  <a:moveTo>
                    <a:pt x="1770014" y="3540390"/>
                  </a:moveTo>
                  <a:lnTo>
                    <a:pt x="1769033" y="3522577"/>
                  </a:lnTo>
                  <a:lnTo>
                    <a:pt x="1779951" y="3522048"/>
                  </a:lnTo>
                  <a:lnTo>
                    <a:pt x="1790909" y="3521669"/>
                  </a:lnTo>
                  <a:lnTo>
                    <a:pt x="1805588" y="3521364"/>
                  </a:lnTo>
                  <a:lnTo>
                    <a:pt x="1857066" y="3521364"/>
                  </a:lnTo>
                  <a:lnTo>
                    <a:pt x="1857066" y="3539204"/>
                  </a:lnTo>
                  <a:lnTo>
                    <a:pt x="1805753" y="3539204"/>
                  </a:lnTo>
                  <a:lnTo>
                    <a:pt x="1791403" y="3539503"/>
                  </a:lnTo>
                  <a:lnTo>
                    <a:pt x="1780690" y="3539874"/>
                  </a:lnTo>
                  <a:lnTo>
                    <a:pt x="1770014" y="3540390"/>
                  </a:lnTo>
                  <a:close/>
                </a:path>
                <a:path w="7493000" h="9178925">
                  <a:moveTo>
                    <a:pt x="2033595" y="3539204"/>
                  </a:moveTo>
                  <a:lnTo>
                    <a:pt x="1945331" y="3539204"/>
                  </a:lnTo>
                  <a:lnTo>
                    <a:pt x="1945331" y="3521364"/>
                  </a:lnTo>
                  <a:lnTo>
                    <a:pt x="2033595" y="3521364"/>
                  </a:lnTo>
                  <a:lnTo>
                    <a:pt x="2033595" y="3539204"/>
                  </a:lnTo>
                  <a:close/>
                </a:path>
                <a:path w="7493000" h="9178925">
                  <a:moveTo>
                    <a:pt x="2210116" y="3539204"/>
                  </a:moveTo>
                  <a:lnTo>
                    <a:pt x="2121860" y="3539204"/>
                  </a:lnTo>
                  <a:lnTo>
                    <a:pt x="2121860" y="3521364"/>
                  </a:lnTo>
                  <a:lnTo>
                    <a:pt x="2210116" y="3521364"/>
                  </a:lnTo>
                  <a:lnTo>
                    <a:pt x="2210116" y="3539204"/>
                  </a:lnTo>
                  <a:close/>
                </a:path>
                <a:path w="7493000" h="9178925">
                  <a:moveTo>
                    <a:pt x="2386645" y="3539204"/>
                  </a:moveTo>
                  <a:lnTo>
                    <a:pt x="2298380" y="3539204"/>
                  </a:lnTo>
                  <a:lnTo>
                    <a:pt x="2298380" y="3521364"/>
                  </a:lnTo>
                  <a:lnTo>
                    <a:pt x="2386645" y="3521364"/>
                  </a:lnTo>
                  <a:lnTo>
                    <a:pt x="2386645" y="3539204"/>
                  </a:lnTo>
                  <a:close/>
                </a:path>
                <a:path w="7493000" h="9178925">
                  <a:moveTo>
                    <a:pt x="2563166" y="3539204"/>
                  </a:moveTo>
                  <a:lnTo>
                    <a:pt x="2474910" y="3539204"/>
                  </a:lnTo>
                  <a:lnTo>
                    <a:pt x="2474910" y="3521364"/>
                  </a:lnTo>
                  <a:lnTo>
                    <a:pt x="2563166" y="3521364"/>
                  </a:lnTo>
                  <a:lnTo>
                    <a:pt x="2563166" y="3539204"/>
                  </a:lnTo>
                  <a:close/>
                </a:path>
                <a:path w="7493000" h="9178925">
                  <a:moveTo>
                    <a:pt x="2739695" y="3539204"/>
                  </a:moveTo>
                  <a:lnTo>
                    <a:pt x="2651430" y="3539204"/>
                  </a:lnTo>
                  <a:lnTo>
                    <a:pt x="2651430" y="3521364"/>
                  </a:lnTo>
                  <a:lnTo>
                    <a:pt x="2739695" y="3521364"/>
                  </a:lnTo>
                  <a:lnTo>
                    <a:pt x="2739695" y="3539204"/>
                  </a:lnTo>
                  <a:close/>
                </a:path>
                <a:path w="7493000" h="9178925">
                  <a:moveTo>
                    <a:pt x="2916215" y="3539204"/>
                  </a:moveTo>
                  <a:lnTo>
                    <a:pt x="2827951" y="3539204"/>
                  </a:lnTo>
                  <a:lnTo>
                    <a:pt x="2827951" y="3521364"/>
                  </a:lnTo>
                  <a:lnTo>
                    <a:pt x="2916215" y="3521364"/>
                  </a:lnTo>
                  <a:lnTo>
                    <a:pt x="2916215" y="3539204"/>
                  </a:lnTo>
                  <a:close/>
                </a:path>
                <a:path w="7493000" h="9178925">
                  <a:moveTo>
                    <a:pt x="3092745" y="3539204"/>
                  </a:moveTo>
                  <a:lnTo>
                    <a:pt x="3004480" y="3539204"/>
                  </a:lnTo>
                  <a:lnTo>
                    <a:pt x="3004480" y="3521364"/>
                  </a:lnTo>
                  <a:lnTo>
                    <a:pt x="3092745" y="3521364"/>
                  </a:lnTo>
                  <a:lnTo>
                    <a:pt x="3092745" y="3539204"/>
                  </a:lnTo>
                  <a:close/>
                </a:path>
                <a:path w="7493000" h="9178925">
                  <a:moveTo>
                    <a:pt x="3269265" y="3539204"/>
                  </a:moveTo>
                  <a:lnTo>
                    <a:pt x="3181001" y="3539204"/>
                  </a:lnTo>
                  <a:lnTo>
                    <a:pt x="3181001" y="3521364"/>
                  </a:lnTo>
                  <a:lnTo>
                    <a:pt x="3269265" y="3521364"/>
                  </a:lnTo>
                  <a:lnTo>
                    <a:pt x="3269265" y="3539204"/>
                  </a:lnTo>
                  <a:close/>
                </a:path>
                <a:path w="7493000" h="9178925">
                  <a:moveTo>
                    <a:pt x="3445795" y="3539204"/>
                  </a:moveTo>
                  <a:lnTo>
                    <a:pt x="3357530" y="3539204"/>
                  </a:lnTo>
                  <a:lnTo>
                    <a:pt x="3357530" y="3521364"/>
                  </a:lnTo>
                  <a:lnTo>
                    <a:pt x="3445795" y="3521364"/>
                  </a:lnTo>
                  <a:lnTo>
                    <a:pt x="3445795" y="3539204"/>
                  </a:lnTo>
                  <a:close/>
                </a:path>
                <a:path w="7493000" h="9178925">
                  <a:moveTo>
                    <a:pt x="3622315" y="3539204"/>
                  </a:moveTo>
                  <a:lnTo>
                    <a:pt x="3534050" y="3539204"/>
                  </a:lnTo>
                  <a:lnTo>
                    <a:pt x="3534050" y="3521364"/>
                  </a:lnTo>
                  <a:lnTo>
                    <a:pt x="3622315" y="3521364"/>
                  </a:lnTo>
                  <a:lnTo>
                    <a:pt x="3622315" y="3539204"/>
                  </a:lnTo>
                  <a:close/>
                </a:path>
                <a:path w="7493000" h="9178925">
                  <a:moveTo>
                    <a:pt x="3798844" y="3539204"/>
                  </a:moveTo>
                  <a:lnTo>
                    <a:pt x="3710580" y="3539204"/>
                  </a:lnTo>
                  <a:lnTo>
                    <a:pt x="3710580" y="3521364"/>
                  </a:lnTo>
                  <a:lnTo>
                    <a:pt x="3798844" y="3521364"/>
                  </a:lnTo>
                  <a:lnTo>
                    <a:pt x="3798844" y="3539204"/>
                  </a:lnTo>
                  <a:close/>
                </a:path>
                <a:path w="7493000" h="9178925">
                  <a:moveTo>
                    <a:pt x="3975365" y="3539204"/>
                  </a:moveTo>
                  <a:lnTo>
                    <a:pt x="3887100" y="3539204"/>
                  </a:lnTo>
                  <a:lnTo>
                    <a:pt x="3887100" y="3521364"/>
                  </a:lnTo>
                  <a:lnTo>
                    <a:pt x="3975365" y="3521364"/>
                  </a:lnTo>
                  <a:lnTo>
                    <a:pt x="3975365" y="3539204"/>
                  </a:lnTo>
                  <a:close/>
                </a:path>
                <a:path w="7493000" h="9178925">
                  <a:moveTo>
                    <a:pt x="4151894" y="3539204"/>
                  </a:moveTo>
                  <a:lnTo>
                    <a:pt x="4063630" y="3539204"/>
                  </a:lnTo>
                  <a:lnTo>
                    <a:pt x="4063630" y="3521364"/>
                  </a:lnTo>
                  <a:lnTo>
                    <a:pt x="4151894" y="3521364"/>
                  </a:lnTo>
                  <a:lnTo>
                    <a:pt x="4151894" y="3539204"/>
                  </a:lnTo>
                  <a:close/>
                </a:path>
                <a:path w="7493000" h="9178925">
                  <a:moveTo>
                    <a:pt x="4328415" y="3539204"/>
                  </a:moveTo>
                  <a:lnTo>
                    <a:pt x="4240150" y="3539204"/>
                  </a:lnTo>
                  <a:lnTo>
                    <a:pt x="4240150" y="3521364"/>
                  </a:lnTo>
                  <a:lnTo>
                    <a:pt x="4328415" y="3521364"/>
                  </a:lnTo>
                  <a:lnTo>
                    <a:pt x="4328415" y="3539204"/>
                  </a:lnTo>
                  <a:close/>
                </a:path>
                <a:path w="7493000" h="9178925">
                  <a:moveTo>
                    <a:pt x="4504944" y="3539204"/>
                  </a:moveTo>
                  <a:lnTo>
                    <a:pt x="4416679" y="3539204"/>
                  </a:lnTo>
                  <a:lnTo>
                    <a:pt x="4416679" y="3521364"/>
                  </a:lnTo>
                  <a:lnTo>
                    <a:pt x="4504944" y="3521364"/>
                  </a:lnTo>
                  <a:lnTo>
                    <a:pt x="4504944" y="3539204"/>
                  </a:lnTo>
                  <a:close/>
                </a:path>
                <a:path w="7493000" h="9178925">
                  <a:moveTo>
                    <a:pt x="4681464" y="3539204"/>
                  </a:moveTo>
                  <a:lnTo>
                    <a:pt x="4593200" y="3539204"/>
                  </a:lnTo>
                  <a:lnTo>
                    <a:pt x="4593200" y="3521364"/>
                  </a:lnTo>
                  <a:lnTo>
                    <a:pt x="4681464" y="3521364"/>
                  </a:lnTo>
                  <a:lnTo>
                    <a:pt x="4681464" y="3539204"/>
                  </a:lnTo>
                  <a:close/>
                </a:path>
                <a:path w="7493000" h="9178925">
                  <a:moveTo>
                    <a:pt x="4857994" y="3539204"/>
                  </a:moveTo>
                  <a:lnTo>
                    <a:pt x="4769729" y="3539204"/>
                  </a:lnTo>
                  <a:lnTo>
                    <a:pt x="4769729" y="3521364"/>
                  </a:lnTo>
                  <a:lnTo>
                    <a:pt x="4857994" y="3521364"/>
                  </a:lnTo>
                  <a:lnTo>
                    <a:pt x="4857994" y="3539204"/>
                  </a:lnTo>
                  <a:close/>
                </a:path>
                <a:path w="7493000" h="9178925">
                  <a:moveTo>
                    <a:pt x="5034515" y="3539204"/>
                  </a:moveTo>
                  <a:lnTo>
                    <a:pt x="4946250" y="3539204"/>
                  </a:lnTo>
                  <a:lnTo>
                    <a:pt x="4946250" y="3521364"/>
                  </a:lnTo>
                  <a:lnTo>
                    <a:pt x="5034515" y="3521364"/>
                  </a:lnTo>
                  <a:lnTo>
                    <a:pt x="5034515" y="3539204"/>
                  </a:lnTo>
                  <a:close/>
                </a:path>
                <a:path w="7493000" h="9178925">
                  <a:moveTo>
                    <a:pt x="1601094" y="3568917"/>
                  </a:moveTo>
                  <a:lnTo>
                    <a:pt x="1638523" y="3540870"/>
                  </a:lnTo>
                  <a:lnTo>
                    <a:pt x="1681768" y="3532308"/>
                  </a:lnTo>
                  <a:lnTo>
                    <a:pt x="1684738" y="3549899"/>
                  </a:lnTo>
                  <a:lnTo>
                    <a:pt x="1663505" y="3553791"/>
                  </a:lnTo>
                  <a:lnTo>
                    <a:pt x="1642481" y="3558264"/>
                  </a:lnTo>
                  <a:lnTo>
                    <a:pt x="1621675" y="3563308"/>
                  </a:lnTo>
                  <a:lnTo>
                    <a:pt x="1601094" y="3568917"/>
                  </a:lnTo>
                  <a:close/>
                </a:path>
                <a:path w="7493000" h="9178925">
                  <a:moveTo>
                    <a:pt x="1442886" y="3634515"/>
                  </a:moveTo>
                  <a:lnTo>
                    <a:pt x="1473158" y="3598760"/>
                  </a:lnTo>
                  <a:lnTo>
                    <a:pt x="1513311" y="3580763"/>
                  </a:lnTo>
                  <a:lnTo>
                    <a:pt x="1520144" y="3597238"/>
                  </a:lnTo>
                  <a:lnTo>
                    <a:pt x="1500383" y="3605765"/>
                  </a:lnTo>
                  <a:lnTo>
                    <a:pt x="1480913" y="3614826"/>
                  </a:lnTo>
                  <a:lnTo>
                    <a:pt x="1461744" y="3624413"/>
                  </a:lnTo>
                  <a:lnTo>
                    <a:pt x="1442886" y="3634515"/>
                  </a:lnTo>
                  <a:close/>
                </a:path>
                <a:path w="7493000" h="9178925">
                  <a:moveTo>
                    <a:pt x="1303251" y="3733752"/>
                  </a:moveTo>
                  <a:lnTo>
                    <a:pt x="1324872" y="3692127"/>
                  </a:lnTo>
                  <a:lnTo>
                    <a:pt x="1359956" y="3665682"/>
                  </a:lnTo>
                  <a:lnTo>
                    <a:pt x="1370286" y="3680222"/>
                  </a:lnTo>
                  <a:lnTo>
                    <a:pt x="1352955" y="3692910"/>
                  </a:lnTo>
                  <a:lnTo>
                    <a:pt x="1336008" y="3706060"/>
                  </a:lnTo>
                  <a:lnTo>
                    <a:pt x="1319427" y="3719684"/>
                  </a:lnTo>
                  <a:lnTo>
                    <a:pt x="1303251" y="3733752"/>
                  </a:lnTo>
                  <a:close/>
                </a:path>
                <a:path w="7493000" h="9178925">
                  <a:moveTo>
                    <a:pt x="1189055" y="3861453"/>
                  </a:moveTo>
                  <a:lnTo>
                    <a:pt x="1174515" y="3851114"/>
                  </a:lnTo>
                  <a:lnTo>
                    <a:pt x="1187497" y="3833385"/>
                  </a:lnTo>
                  <a:lnTo>
                    <a:pt x="1200960" y="3816038"/>
                  </a:lnTo>
                  <a:lnTo>
                    <a:pt x="1214893" y="3799082"/>
                  </a:lnTo>
                  <a:lnTo>
                    <a:pt x="1229285" y="3782527"/>
                  </a:lnTo>
                  <a:lnTo>
                    <a:pt x="1242585" y="3794418"/>
                  </a:lnTo>
                  <a:lnTo>
                    <a:pt x="1228517" y="3810594"/>
                  </a:lnTo>
                  <a:lnTo>
                    <a:pt x="1214900" y="3827166"/>
                  </a:lnTo>
                  <a:lnTo>
                    <a:pt x="1201743" y="3844122"/>
                  </a:lnTo>
                  <a:lnTo>
                    <a:pt x="1189055" y="3861453"/>
                  </a:lnTo>
                  <a:close/>
                </a:path>
                <a:path w="7493000" h="9178925">
                  <a:moveTo>
                    <a:pt x="1106071" y="4011311"/>
                  </a:moveTo>
                  <a:lnTo>
                    <a:pt x="1089596" y="4004478"/>
                  </a:lnTo>
                  <a:lnTo>
                    <a:pt x="1098321" y="3984252"/>
                  </a:lnTo>
                  <a:lnTo>
                    <a:pt x="1107593" y="3964325"/>
                  </a:lnTo>
                  <a:lnTo>
                    <a:pt x="1117402" y="3944707"/>
                  </a:lnTo>
                  <a:lnTo>
                    <a:pt x="1127738" y="3925410"/>
                  </a:lnTo>
                  <a:lnTo>
                    <a:pt x="1143348" y="3934053"/>
                  </a:lnTo>
                  <a:lnTo>
                    <a:pt x="1133246" y="3952911"/>
                  </a:lnTo>
                  <a:lnTo>
                    <a:pt x="1123660" y="3972080"/>
                  </a:lnTo>
                  <a:lnTo>
                    <a:pt x="1114598" y="3991550"/>
                  </a:lnTo>
                  <a:lnTo>
                    <a:pt x="1106071" y="4011311"/>
                  </a:lnTo>
                  <a:close/>
                </a:path>
                <a:path w="7493000" h="9178925">
                  <a:moveTo>
                    <a:pt x="1058732" y="4175905"/>
                  </a:moveTo>
                  <a:lnTo>
                    <a:pt x="1041142" y="4172934"/>
                  </a:lnTo>
                  <a:lnTo>
                    <a:pt x="1045126" y="4151207"/>
                  </a:lnTo>
                  <a:lnTo>
                    <a:pt x="1049703" y="4129690"/>
                  </a:lnTo>
                  <a:lnTo>
                    <a:pt x="1054865" y="4108393"/>
                  </a:lnTo>
                  <a:lnTo>
                    <a:pt x="1060605" y="4087328"/>
                  </a:lnTo>
                  <a:lnTo>
                    <a:pt x="1077750" y="4092261"/>
                  </a:lnTo>
                  <a:lnTo>
                    <a:pt x="1072142" y="4112841"/>
                  </a:lnTo>
                  <a:lnTo>
                    <a:pt x="1067097" y="4133648"/>
                  </a:lnTo>
                  <a:lnTo>
                    <a:pt x="1062624" y="4154672"/>
                  </a:lnTo>
                  <a:lnTo>
                    <a:pt x="1058732" y="4175905"/>
                  </a:lnTo>
                  <a:close/>
                </a:path>
                <a:path w="7493000" h="9178925">
                  <a:moveTo>
                    <a:pt x="1031410" y="4348010"/>
                  </a:moveTo>
                  <a:lnTo>
                    <a:pt x="1030882" y="4337092"/>
                  </a:lnTo>
                  <a:lnTo>
                    <a:pt x="1030502" y="4326134"/>
                  </a:lnTo>
                  <a:lnTo>
                    <a:pt x="1030273" y="4315138"/>
                  </a:lnTo>
                  <a:lnTo>
                    <a:pt x="1030273" y="4293072"/>
                  </a:lnTo>
                  <a:lnTo>
                    <a:pt x="1030492" y="4282570"/>
                  </a:lnTo>
                  <a:lnTo>
                    <a:pt x="1030856" y="4271857"/>
                  </a:lnTo>
                  <a:lnTo>
                    <a:pt x="1031362" y="4261181"/>
                  </a:lnTo>
                  <a:lnTo>
                    <a:pt x="1031410" y="4260200"/>
                  </a:lnTo>
                  <a:lnTo>
                    <a:pt x="1049223" y="4261181"/>
                  </a:lnTo>
                  <a:lnTo>
                    <a:pt x="1048742" y="4271118"/>
                  </a:lnTo>
                  <a:lnTo>
                    <a:pt x="1048353" y="4282076"/>
                  </a:lnTo>
                  <a:lnTo>
                    <a:pt x="1048117" y="4293072"/>
                  </a:lnTo>
                  <a:lnTo>
                    <a:pt x="1048117" y="4315138"/>
                  </a:lnTo>
                  <a:lnTo>
                    <a:pt x="1048336" y="4325640"/>
                  </a:lnTo>
                  <a:lnTo>
                    <a:pt x="1048707" y="4336353"/>
                  </a:lnTo>
                  <a:lnTo>
                    <a:pt x="1049223" y="4347029"/>
                  </a:lnTo>
                  <a:lnTo>
                    <a:pt x="1031410" y="4348010"/>
                  </a:lnTo>
                  <a:close/>
                </a:path>
                <a:path w="7493000" h="9178925">
                  <a:moveTo>
                    <a:pt x="1060605" y="4520882"/>
                  </a:moveTo>
                  <a:lnTo>
                    <a:pt x="1054865" y="4499817"/>
                  </a:lnTo>
                  <a:lnTo>
                    <a:pt x="1049703" y="4478520"/>
                  </a:lnTo>
                  <a:lnTo>
                    <a:pt x="1045126" y="4457003"/>
                  </a:lnTo>
                  <a:lnTo>
                    <a:pt x="1041142" y="4435276"/>
                  </a:lnTo>
                  <a:lnTo>
                    <a:pt x="1058732" y="4432305"/>
                  </a:lnTo>
                  <a:lnTo>
                    <a:pt x="1062624" y="4453538"/>
                  </a:lnTo>
                  <a:lnTo>
                    <a:pt x="1067097" y="4474562"/>
                  </a:lnTo>
                  <a:lnTo>
                    <a:pt x="1072142" y="4495368"/>
                  </a:lnTo>
                  <a:lnTo>
                    <a:pt x="1077750" y="4515949"/>
                  </a:lnTo>
                  <a:lnTo>
                    <a:pt x="1060605" y="4520882"/>
                  </a:lnTo>
                  <a:close/>
                </a:path>
                <a:path w="7493000" h="9178925">
                  <a:moveTo>
                    <a:pt x="1127738" y="4682800"/>
                  </a:moveTo>
                  <a:lnTo>
                    <a:pt x="1117402" y="4663503"/>
                  </a:lnTo>
                  <a:lnTo>
                    <a:pt x="1107593" y="4643885"/>
                  </a:lnTo>
                  <a:lnTo>
                    <a:pt x="1098321" y="4623958"/>
                  </a:lnTo>
                  <a:lnTo>
                    <a:pt x="1089596" y="4603732"/>
                  </a:lnTo>
                  <a:lnTo>
                    <a:pt x="1106071" y="4596899"/>
                  </a:lnTo>
                  <a:lnTo>
                    <a:pt x="1114598" y="4616660"/>
                  </a:lnTo>
                  <a:lnTo>
                    <a:pt x="1123660" y="4636130"/>
                  </a:lnTo>
                  <a:lnTo>
                    <a:pt x="1133246" y="4655299"/>
                  </a:lnTo>
                  <a:lnTo>
                    <a:pt x="1143348" y="4674156"/>
                  </a:lnTo>
                  <a:lnTo>
                    <a:pt x="1127738" y="4682800"/>
                  </a:lnTo>
                  <a:close/>
                </a:path>
                <a:path w="7493000" h="9178925">
                  <a:moveTo>
                    <a:pt x="1229285" y="4825683"/>
                  </a:moveTo>
                  <a:lnTo>
                    <a:pt x="1214893" y="4809128"/>
                  </a:lnTo>
                  <a:lnTo>
                    <a:pt x="1200960" y="4792171"/>
                  </a:lnTo>
                  <a:lnTo>
                    <a:pt x="1187497" y="4774821"/>
                  </a:lnTo>
                  <a:lnTo>
                    <a:pt x="1174515" y="4757087"/>
                  </a:lnTo>
                  <a:lnTo>
                    <a:pt x="1189055" y="4746758"/>
                  </a:lnTo>
                  <a:lnTo>
                    <a:pt x="1201743" y="4764088"/>
                  </a:lnTo>
                  <a:lnTo>
                    <a:pt x="1214900" y="4781044"/>
                  </a:lnTo>
                  <a:lnTo>
                    <a:pt x="1228517" y="4797615"/>
                  </a:lnTo>
                  <a:lnTo>
                    <a:pt x="1242585" y="4813792"/>
                  </a:lnTo>
                  <a:lnTo>
                    <a:pt x="1229285" y="4825683"/>
                  </a:lnTo>
                  <a:close/>
                </a:path>
                <a:path w="7493000" h="9178925">
                  <a:moveTo>
                    <a:pt x="1359947" y="4942527"/>
                  </a:moveTo>
                  <a:lnTo>
                    <a:pt x="1342218" y="4929546"/>
                  </a:lnTo>
                  <a:lnTo>
                    <a:pt x="1324871" y="4916083"/>
                  </a:lnTo>
                  <a:lnTo>
                    <a:pt x="1307906" y="4902143"/>
                  </a:lnTo>
                  <a:lnTo>
                    <a:pt x="1291360" y="4887758"/>
                  </a:lnTo>
                  <a:lnTo>
                    <a:pt x="1303251" y="4874458"/>
                  </a:lnTo>
                  <a:lnTo>
                    <a:pt x="1319427" y="4888526"/>
                  </a:lnTo>
                  <a:lnTo>
                    <a:pt x="1335999" y="4902143"/>
                  </a:lnTo>
                  <a:lnTo>
                    <a:pt x="1352955" y="4915300"/>
                  </a:lnTo>
                  <a:lnTo>
                    <a:pt x="1370286" y="4927988"/>
                  </a:lnTo>
                  <a:lnTo>
                    <a:pt x="1359947" y="4942527"/>
                  </a:lnTo>
                  <a:close/>
                </a:path>
                <a:path w="7493000" h="9178925">
                  <a:moveTo>
                    <a:pt x="1513311" y="5027447"/>
                  </a:moveTo>
                  <a:lnTo>
                    <a:pt x="1493085" y="5018722"/>
                  </a:lnTo>
                  <a:lnTo>
                    <a:pt x="1473158" y="5009450"/>
                  </a:lnTo>
                  <a:lnTo>
                    <a:pt x="1453540" y="4999641"/>
                  </a:lnTo>
                  <a:lnTo>
                    <a:pt x="1434243" y="4989305"/>
                  </a:lnTo>
                  <a:lnTo>
                    <a:pt x="1442886" y="4973695"/>
                  </a:lnTo>
                  <a:lnTo>
                    <a:pt x="1461744" y="4983797"/>
                  </a:lnTo>
                  <a:lnTo>
                    <a:pt x="1480913" y="4993383"/>
                  </a:lnTo>
                  <a:lnTo>
                    <a:pt x="1500383" y="5002445"/>
                  </a:lnTo>
                  <a:lnTo>
                    <a:pt x="1520144" y="5010972"/>
                  </a:lnTo>
                  <a:lnTo>
                    <a:pt x="1513311" y="5027447"/>
                  </a:lnTo>
                  <a:close/>
                </a:path>
                <a:path w="7493000" h="9178925">
                  <a:moveTo>
                    <a:pt x="1681768" y="5075901"/>
                  </a:moveTo>
                  <a:lnTo>
                    <a:pt x="1660040" y="5071917"/>
                  </a:lnTo>
                  <a:lnTo>
                    <a:pt x="1638523" y="5067340"/>
                  </a:lnTo>
                  <a:lnTo>
                    <a:pt x="1617226" y="5062178"/>
                  </a:lnTo>
                  <a:lnTo>
                    <a:pt x="1596161" y="5056438"/>
                  </a:lnTo>
                  <a:lnTo>
                    <a:pt x="1601094" y="5039293"/>
                  </a:lnTo>
                  <a:lnTo>
                    <a:pt x="1621675" y="5044902"/>
                  </a:lnTo>
                  <a:lnTo>
                    <a:pt x="1642481" y="5049946"/>
                  </a:lnTo>
                  <a:lnTo>
                    <a:pt x="1663505" y="5054419"/>
                  </a:lnTo>
                  <a:lnTo>
                    <a:pt x="1684738" y="5058311"/>
                  </a:lnTo>
                  <a:lnTo>
                    <a:pt x="1681768" y="5075901"/>
                  </a:lnTo>
                  <a:close/>
                </a:path>
                <a:path w="7493000" h="9178925">
                  <a:moveTo>
                    <a:pt x="1857717" y="5086770"/>
                  </a:moveTo>
                  <a:lnTo>
                    <a:pt x="1801905" y="5086770"/>
                  </a:lnTo>
                  <a:lnTo>
                    <a:pt x="1790909" y="5086541"/>
                  </a:lnTo>
                  <a:lnTo>
                    <a:pt x="1779951" y="5086161"/>
                  </a:lnTo>
                  <a:lnTo>
                    <a:pt x="1769033" y="5085633"/>
                  </a:lnTo>
                  <a:lnTo>
                    <a:pt x="1769953" y="5068931"/>
                  </a:lnTo>
                  <a:lnTo>
                    <a:pt x="1770014" y="5067820"/>
                  </a:lnTo>
                  <a:lnTo>
                    <a:pt x="1780690" y="5068336"/>
                  </a:lnTo>
                  <a:lnTo>
                    <a:pt x="1791403" y="5068707"/>
                  </a:lnTo>
                  <a:lnTo>
                    <a:pt x="1802152" y="5068931"/>
                  </a:lnTo>
                  <a:lnTo>
                    <a:pt x="1857717" y="5068931"/>
                  </a:lnTo>
                  <a:lnTo>
                    <a:pt x="1857717" y="5086770"/>
                  </a:lnTo>
                  <a:close/>
                </a:path>
                <a:path w="7493000" h="9178925">
                  <a:moveTo>
                    <a:pt x="2036816" y="5086846"/>
                  </a:moveTo>
                  <a:lnTo>
                    <a:pt x="1947266" y="5086846"/>
                  </a:lnTo>
                  <a:lnTo>
                    <a:pt x="1947266" y="5069006"/>
                  </a:lnTo>
                  <a:lnTo>
                    <a:pt x="2036816" y="5069006"/>
                  </a:lnTo>
                  <a:lnTo>
                    <a:pt x="2036816" y="5086846"/>
                  </a:lnTo>
                  <a:close/>
                </a:path>
                <a:path w="7493000" h="9178925">
                  <a:moveTo>
                    <a:pt x="2215914" y="5086846"/>
                  </a:moveTo>
                  <a:lnTo>
                    <a:pt x="2126365" y="5086846"/>
                  </a:lnTo>
                  <a:lnTo>
                    <a:pt x="2126365" y="5069006"/>
                  </a:lnTo>
                  <a:lnTo>
                    <a:pt x="2215914" y="5069006"/>
                  </a:lnTo>
                  <a:lnTo>
                    <a:pt x="2215914" y="5086846"/>
                  </a:lnTo>
                  <a:close/>
                </a:path>
                <a:path w="7493000" h="9178925">
                  <a:moveTo>
                    <a:pt x="2395012" y="5086846"/>
                  </a:moveTo>
                  <a:lnTo>
                    <a:pt x="2305463" y="5086846"/>
                  </a:lnTo>
                  <a:lnTo>
                    <a:pt x="2305463" y="5069006"/>
                  </a:lnTo>
                  <a:lnTo>
                    <a:pt x="2395012" y="5069006"/>
                  </a:lnTo>
                  <a:lnTo>
                    <a:pt x="2395012" y="5086846"/>
                  </a:lnTo>
                  <a:close/>
                </a:path>
                <a:path w="7493000" h="9178925">
                  <a:moveTo>
                    <a:pt x="2574111" y="5086846"/>
                  </a:moveTo>
                  <a:lnTo>
                    <a:pt x="2484561" y="5086846"/>
                  </a:lnTo>
                  <a:lnTo>
                    <a:pt x="2484561" y="5069006"/>
                  </a:lnTo>
                  <a:lnTo>
                    <a:pt x="2574111" y="5069006"/>
                  </a:lnTo>
                  <a:lnTo>
                    <a:pt x="2574111" y="5086846"/>
                  </a:lnTo>
                  <a:close/>
                </a:path>
                <a:path w="7493000" h="9178925">
                  <a:moveTo>
                    <a:pt x="2753209" y="5086846"/>
                  </a:moveTo>
                  <a:lnTo>
                    <a:pt x="2663660" y="5086846"/>
                  </a:lnTo>
                  <a:lnTo>
                    <a:pt x="2663660" y="5069006"/>
                  </a:lnTo>
                  <a:lnTo>
                    <a:pt x="2753209" y="5069006"/>
                  </a:lnTo>
                  <a:lnTo>
                    <a:pt x="2753209" y="5086846"/>
                  </a:lnTo>
                  <a:close/>
                </a:path>
                <a:path w="7493000" h="9178925">
                  <a:moveTo>
                    <a:pt x="2932307" y="5086846"/>
                  </a:moveTo>
                  <a:lnTo>
                    <a:pt x="2842758" y="5086846"/>
                  </a:lnTo>
                  <a:lnTo>
                    <a:pt x="2842758" y="5069006"/>
                  </a:lnTo>
                  <a:lnTo>
                    <a:pt x="2932307" y="5069006"/>
                  </a:lnTo>
                  <a:lnTo>
                    <a:pt x="2932307" y="5086846"/>
                  </a:lnTo>
                  <a:close/>
                </a:path>
                <a:path w="7493000" h="9178925">
                  <a:moveTo>
                    <a:pt x="3111406" y="5086846"/>
                  </a:moveTo>
                  <a:lnTo>
                    <a:pt x="3021857" y="5086846"/>
                  </a:lnTo>
                  <a:lnTo>
                    <a:pt x="3021857" y="5069006"/>
                  </a:lnTo>
                  <a:lnTo>
                    <a:pt x="3111406" y="5069006"/>
                  </a:lnTo>
                  <a:lnTo>
                    <a:pt x="3111406" y="5086846"/>
                  </a:lnTo>
                  <a:close/>
                </a:path>
                <a:path w="7493000" h="9178925">
                  <a:moveTo>
                    <a:pt x="3290513" y="5086846"/>
                  </a:moveTo>
                  <a:lnTo>
                    <a:pt x="3200955" y="5086846"/>
                  </a:lnTo>
                  <a:lnTo>
                    <a:pt x="3200955" y="5069006"/>
                  </a:lnTo>
                  <a:lnTo>
                    <a:pt x="3290513" y="5069006"/>
                  </a:lnTo>
                  <a:lnTo>
                    <a:pt x="3290513" y="5086846"/>
                  </a:lnTo>
                  <a:close/>
                </a:path>
                <a:path w="7493000" h="9178925">
                  <a:moveTo>
                    <a:pt x="3469611" y="5086846"/>
                  </a:moveTo>
                  <a:lnTo>
                    <a:pt x="3380062" y="5086846"/>
                  </a:lnTo>
                  <a:lnTo>
                    <a:pt x="3380062" y="5069006"/>
                  </a:lnTo>
                  <a:lnTo>
                    <a:pt x="3469611" y="5069006"/>
                  </a:lnTo>
                  <a:lnTo>
                    <a:pt x="3469611" y="5086846"/>
                  </a:lnTo>
                  <a:close/>
                </a:path>
                <a:path w="7493000" h="9178925">
                  <a:moveTo>
                    <a:pt x="3648710" y="5086846"/>
                  </a:moveTo>
                  <a:lnTo>
                    <a:pt x="3559160" y="5086846"/>
                  </a:lnTo>
                  <a:lnTo>
                    <a:pt x="3559160" y="5069006"/>
                  </a:lnTo>
                  <a:lnTo>
                    <a:pt x="3648710" y="5069006"/>
                  </a:lnTo>
                  <a:lnTo>
                    <a:pt x="3648710" y="5086846"/>
                  </a:lnTo>
                  <a:close/>
                </a:path>
                <a:path w="7493000" h="9178925">
                  <a:moveTo>
                    <a:pt x="3827808" y="5086846"/>
                  </a:moveTo>
                  <a:lnTo>
                    <a:pt x="3738259" y="5086846"/>
                  </a:lnTo>
                  <a:lnTo>
                    <a:pt x="3738259" y="5069006"/>
                  </a:lnTo>
                  <a:lnTo>
                    <a:pt x="3827808" y="5069006"/>
                  </a:lnTo>
                  <a:lnTo>
                    <a:pt x="3827808" y="5086846"/>
                  </a:lnTo>
                  <a:close/>
                </a:path>
                <a:path w="7493000" h="9178925">
                  <a:moveTo>
                    <a:pt x="4006907" y="5086846"/>
                  </a:moveTo>
                  <a:lnTo>
                    <a:pt x="3917357" y="5086846"/>
                  </a:lnTo>
                  <a:lnTo>
                    <a:pt x="3917357" y="5069006"/>
                  </a:lnTo>
                  <a:lnTo>
                    <a:pt x="4006907" y="5069006"/>
                  </a:lnTo>
                  <a:lnTo>
                    <a:pt x="4006907" y="5086846"/>
                  </a:lnTo>
                  <a:close/>
                </a:path>
                <a:path w="7493000" h="9178925">
                  <a:moveTo>
                    <a:pt x="4186005" y="5086846"/>
                  </a:moveTo>
                  <a:lnTo>
                    <a:pt x="4096456" y="5086846"/>
                  </a:lnTo>
                  <a:lnTo>
                    <a:pt x="4096456" y="5069006"/>
                  </a:lnTo>
                  <a:lnTo>
                    <a:pt x="4186005" y="5069006"/>
                  </a:lnTo>
                  <a:lnTo>
                    <a:pt x="4186005" y="5086846"/>
                  </a:lnTo>
                  <a:close/>
                </a:path>
                <a:path w="7493000" h="9178925">
                  <a:moveTo>
                    <a:pt x="4365103" y="5086846"/>
                  </a:moveTo>
                  <a:lnTo>
                    <a:pt x="4275554" y="5086846"/>
                  </a:lnTo>
                  <a:lnTo>
                    <a:pt x="4275554" y="5069006"/>
                  </a:lnTo>
                  <a:lnTo>
                    <a:pt x="4365103" y="5069006"/>
                  </a:lnTo>
                  <a:lnTo>
                    <a:pt x="4365103" y="5086846"/>
                  </a:lnTo>
                  <a:close/>
                </a:path>
                <a:path w="7493000" h="9178925">
                  <a:moveTo>
                    <a:pt x="4544202" y="5086846"/>
                  </a:moveTo>
                  <a:lnTo>
                    <a:pt x="4454653" y="5086846"/>
                  </a:lnTo>
                  <a:lnTo>
                    <a:pt x="4454653" y="5069006"/>
                  </a:lnTo>
                  <a:lnTo>
                    <a:pt x="4544202" y="5069006"/>
                  </a:lnTo>
                  <a:lnTo>
                    <a:pt x="4544202" y="5086846"/>
                  </a:lnTo>
                  <a:close/>
                </a:path>
                <a:path w="7493000" h="9178925">
                  <a:moveTo>
                    <a:pt x="4721828" y="5088041"/>
                  </a:moveTo>
                  <a:lnTo>
                    <a:pt x="4711059" y="5087520"/>
                  </a:lnTo>
                  <a:lnTo>
                    <a:pt x="4700253" y="5087146"/>
                  </a:lnTo>
                  <a:lnTo>
                    <a:pt x="4685787" y="5086846"/>
                  </a:lnTo>
                  <a:lnTo>
                    <a:pt x="4633751" y="5086846"/>
                  </a:lnTo>
                  <a:lnTo>
                    <a:pt x="4633751" y="5069006"/>
                  </a:lnTo>
                  <a:lnTo>
                    <a:pt x="4685951" y="5069006"/>
                  </a:lnTo>
                  <a:lnTo>
                    <a:pt x="4700747" y="5069313"/>
                  </a:lnTo>
                  <a:lnTo>
                    <a:pt x="4711798" y="5069695"/>
                  </a:lnTo>
                  <a:lnTo>
                    <a:pt x="4722809" y="5070228"/>
                  </a:lnTo>
                  <a:lnTo>
                    <a:pt x="4721894" y="5086846"/>
                  </a:lnTo>
                  <a:lnTo>
                    <a:pt x="4721828" y="5088041"/>
                  </a:lnTo>
                  <a:close/>
                </a:path>
                <a:path w="7493000" h="9178925">
                  <a:moveTo>
                    <a:pt x="4892220" y="5116818"/>
                  </a:moveTo>
                  <a:lnTo>
                    <a:pt x="4871463" y="5111163"/>
                  </a:lnTo>
                  <a:lnTo>
                    <a:pt x="4850475" y="5106074"/>
                  </a:lnTo>
                  <a:lnTo>
                    <a:pt x="4829269" y="5101560"/>
                  </a:lnTo>
                  <a:lnTo>
                    <a:pt x="4807854" y="5097631"/>
                  </a:lnTo>
                  <a:lnTo>
                    <a:pt x="4810816" y="5080040"/>
                  </a:lnTo>
                  <a:lnTo>
                    <a:pt x="4832734" y="5084062"/>
                  </a:lnTo>
                  <a:lnTo>
                    <a:pt x="4854436" y="5088680"/>
                  </a:lnTo>
                  <a:lnTo>
                    <a:pt x="4875912" y="5093886"/>
                  </a:lnTo>
                  <a:lnTo>
                    <a:pt x="4897153" y="5099673"/>
                  </a:lnTo>
                  <a:lnTo>
                    <a:pt x="4892220" y="5116818"/>
                  </a:lnTo>
                  <a:close/>
                </a:path>
                <a:path w="7493000" h="9178925">
                  <a:moveTo>
                    <a:pt x="5051820" y="5182988"/>
                  </a:moveTo>
                  <a:lnTo>
                    <a:pt x="5032795" y="5172800"/>
                  </a:lnTo>
                  <a:lnTo>
                    <a:pt x="5013457" y="5163131"/>
                  </a:lnTo>
                  <a:lnTo>
                    <a:pt x="4993818" y="5153991"/>
                  </a:lnTo>
                  <a:lnTo>
                    <a:pt x="4973884" y="5145389"/>
                  </a:lnTo>
                  <a:lnTo>
                    <a:pt x="4980717" y="5128914"/>
                  </a:lnTo>
                  <a:lnTo>
                    <a:pt x="5001115" y="5137711"/>
                  </a:lnTo>
                  <a:lnTo>
                    <a:pt x="5021212" y="5147063"/>
                  </a:lnTo>
                  <a:lnTo>
                    <a:pt x="5040998" y="5156958"/>
                  </a:lnTo>
                  <a:lnTo>
                    <a:pt x="5060463" y="5167386"/>
                  </a:lnTo>
                  <a:lnTo>
                    <a:pt x="5051820" y="5182988"/>
                  </a:lnTo>
                  <a:close/>
                </a:path>
                <a:path w="7493000" h="9178925">
                  <a:moveTo>
                    <a:pt x="5192677" y="5283098"/>
                  </a:moveTo>
                  <a:lnTo>
                    <a:pt x="5176355" y="5268905"/>
                  </a:lnTo>
                  <a:lnTo>
                    <a:pt x="5159638" y="5255167"/>
                  </a:lnTo>
                  <a:lnTo>
                    <a:pt x="5142535" y="5241894"/>
                  </a:lnTo>
                  <a:lnTo>
                    <a:pt x="5125054" y="5229096"/>
                  </a:lnTo>
                  <a:lnTo>
                    <a:pt x="5135392" y="5214556"/>
                  </a:lnTo>
                  <a:lnTo>
                    <a:pt x="5153273" y="5227652"/>
                  </a:lnTo>
                  <a:lnTo>
                    <a:pt x="5170770" y="5241231"/>
                  </a:lnTo>
                  <a:lnTo>
                    <a:pt x="5187730" y="5255167"/>
                  </a:lnTo>
                  <a:lnTo>
                    <a:pt x="5204568" y="5269798"/>
                  </a:lnTo>
                  <a:lnTo>
                    <a:pt x="5192677" y="5283098"/>
                  </a:lnTo>
                  <a:close/>
                </a:path>
                <a:path w="7493000" h="9178925">
                  <a:moveTo>
                    <a:pt x="5307872" y="5411914"/>
                  </a:moveTo>
                  <a:lnTo>
                    <a:pt x="5295074" y="5394432"/>
                  </a:lnTo>
                  <a:lnTo>
                    <a:pt x="5281801" y="5377329"/>
                  </a:lnTo>
                  <a:lnTo>
                    <a:pt x="5268062" y="5360613"/>
                  </a:lnTo>
                  <a:lnTo>
                    <a:pt x="5253870" y="5344290"/>
                  </a:lnTo>
                  <a:lnTo>
                    <a:pt x="5267169" y="5332400"/>
                  </a:lnTo>
                  <a:lnTo>
                    <a:pt x="5281685" y="5349097"/>
                  </a:lnTo>
                  <a:lnTo>
                    <a:pt x="5295737" y="5366198"/>
                  </a:lnTo>
                  <a:lnTo>
                    <a:pt x="5309316" y="5383694"/>
                  </a:lnTo>
                  <a:lnTo>
                    <a:pt x="5322411" y="5401576"/>
                  </a:lnTo>
                  <a:lnTo>
                    <a:pt x="5307872" y="5411914"/>
                  </a:lnTo>
                  <a:close/>
                </a:path>
                <a:path w="7493000" h="9178925">
                  <a:moveTo>
                    <a:pt x="5391578" y="5563083"/>
                  </a:moveTo>
                  <a:lnTo>
                    <a:pt x="5382977" y="5543150"/>
                  </a:lnTo>
                  <a:lnTo>
                    <a:pt x="5373836" y="5523510"/>
                  </a:lnTo>
                  <a:lnTo>
                    <a:pt x="5364167" y="5504173"/>
                  </a:lnTo>
                  <a:lnTo>
                    <a:pt x="5353980" y="5485148"/>
                  </a:lnTo>
                  <a:lnTo>
                    <a:pt x="5369581" y="5476504"/>
                  </a:lnTo>
                  <a:lnTo>
                    <a:pt x="5380009" y="5495969"/>
                  </a:lnTo>
                  <a:lnTo>
                    <a:pt x="5389905" y="5515755"/>
                  </a:lnTo>
                  <a:lnTo>
                    <a:pt x="5399256" y="5535852"/>
                  </a:lnTo>
                  <a:lnTo>
                    <a:pt x="5408054" y="5556250"/>
                  </a:lnTo>
                  <a:lnTo>
                    <a:pt x="5391578" y="5563083"/>
                  </a:lnTo>
                  <a:close/>
                </a:path>
                <a:path w="7493000" h="9178925">
                  <a:moveTo>
                    <a:pt x="5439337" y="5729114"/>
                  </a:moveTo>
                  <a:lnTo>
                    <a:pt x="5435408" y="5707699"/>
                  </a:lnTo>
                  <a:lnTo>
                    <a:pt x="5430894" y="5686491"/>
                  </a:lnTo>
                  <a:lnTo>
                    <a:pt x="5425804" y="5665501"/>
                  </a:lnTo>
                  <a:lnTo>
                    <a:pt x="5420150" y="5644738"/>
                  </a:lnTo>
                  <a:lnTo>
                    <a:pt x="5437294" y="5639814"/>
                  </a:lnTo>
                  <a:lnTo>
                    <a:pt x="5443081" y="5661056"/>
                  </a:lnTo>
                  <a:lnTo>
                    <a:pt x="5448288" y="5682532"/>
                  </a:lnTo>
                  <a:lnTo>
                    <a:pt x="5452906" y="5704233"/>
                  </a:lnTo>
                  <a:lnTo>
                    <a:pt x="5456927" y="5726152"/>
                  </a:lnTo>
                  <a:lnTo>
                    <a:pt x="5439337" y="5729114"/>
                  </a:lnTo>
                  <a:close/>
                </a:path>
                <a:path w="7493000" h="9178925">
                  <a:moveTo>
                    <a:pt x="5466739" y="5902717"/>
                  </a:moveTo>
                  <a:lnTo>
                    <a:pt x="5448926" y="5901736"/>
                  </a:lnTo>
                  <a:lnTo>
                    <a:pt x="5449412" y="5891705"/>
                  </a:lnTo>
                  <a:lnTo>
                    <a:pt x="5449804" y="5880654"/>
                  </a:lnTo>
                  <a:lnTo>
                    <a:pt x="5450041" y="5869565"/>
                  </a:lnTo>
                  <a:lnTo>
                    <a:pt x="5450041" y="5847310"/>
                  </a:lnTo>
                  <a:lnTo>
                    <a:pt x="5449821" y="5836715"/>
                  </a:lnTo>
                  <a:lnTo>
                    <a:pt x="5449448" y="5825909"/>
                  </a:lnTo>
                  <a:lnTo>
                    <a:pt x="5448926" y="5815139"/>
                  </a:lnTo>
                  <a:lnTo>
                    <a:pt x="5466739" y="5814158"/>
                  </a:lnTo>
                  <a:lnTo>
                    <a:pt x="5467273" y="5825170"/>
                  </a:lnTo>
                  <a:lnTo>
                    <a:pt x="5467655" y="5836221"/>
                  </a:lnTo>
                  <a:lnTo>
                    <a:pt x="5467885" y="5847310"/>
                  </a:lnTo>
                  <a:lnTo>
                    <a:pt x="5467885" y="5869565"/>
                  </a:lnTo>
                  <a:lnTo>
                    <a:pt x="5467665" y="5880161"/>
                  </a:lnTo>
                  <a:lnTo>
                    <a:pt x="5467298" y="5890967"/>
                  </a:lnTo>
                  <a:lnTo>
                    <a:pt x="5466787" y="5901736"/>
                  </a:lnTo>
                  <a:lnTo>
                    <a:pt x="5466739" y="5902717"/>
                  </a:lnTo>
                  <a:close/>
                </a:path>
                <a:path w="7493000" h="9178925">
                  <a:moveTo>
                    <a:pt x="5437294" y="6077061"/>
                  </a:moveTo>
                  <a:lnTo>
                    <a:pt x="5420150" y="6072137"/>
                  </a:lnTo>
                  <a:lnTo>
                    <a:pt x="5425804" y="6051374"/>
                  </a:lnTo>
                  <a:lnTo>
                    <a:pt x="5430894" y="6030384"/>
                  </a:lnTo>
                  <a:lnTo>
                    <a:pt x="5435408" y="6009177"/>
                  </a:lnTo>
                  <a:lnTo>
                    <a:pt x="5439337" y="5987762"/>
                  </a:lnTo>
                  <a:lnTo>
                    <a:pt x="5456927" y="5990723"/>
                  </a:lnTo>
                  <a:lnTo>
                    <a:pt x="5452906" y="6012642"/>
                  </a:lnTo>
                  <a:lnTo>
                    <a:pt x="5448288" y="6034344"/>
                  </a:lnTo>
                  <a:lnTo>
                    <a:pt x="5443081" y="6055820"/>
                  </a:lnTo>
                  <a:lnTo>
                    <a:pt x="5437294" y="6077061"/>
                  </a:lnTo>
                  <a:close/>
                </a:path>
                <a:path w="7493000" h="9178925">
                  <a:moveTo>
                    <a:pt x="5369581" y="6240371"/>
                  </a:moveTo>
                  <a:lnTo>
                    <a:pt x="5353980" y="6231727"/>
                  </a:lnTo>
                  <a:lnTo>
                    <a:pt x="5364167" y="6212702"/>
                  </a:lnTo>
                  <a:lnTo>
                    <a:pt x="5373836" y="6193365"/>
                  </a:lnTo>
                  <a:lnTo>
                    <a:pt x="5382977" y="6173725"/>
                  </a:lnTo>
                  <a:lnTo>
                    <a:pt x="5391578" y="6153792"/>
                  </a:lnTo>
                  <a:lnTo>
                    <a:pt x="5408054" y="6160625"/>
                  </a:lnTo>
                  <a:lnTo>
                    <a:pt x="5399256" y="6181023"/>
                  </a:lnTo>
                  <a:lnTo>
                    <a:pt x="5389905" y="6201120"/>
                  </a:lnTo>
                  <a:lnTo>
                    <a:pt x="5380009" y="6220906"/>
                  </a:lnTo>
                  <a:lnTo>
                    <a:pt x="5369581" y="6240371"/>
                  </a:lnTo>
                  <a:close/>
                </a:path>
                <a:path w="7493000" h="9178925">
                  <a:moveTo>
                    <a:pt x="5267169" y="6384475"/>
                  </a:moveTo>
                  <a:lnTo>
                    <a:pt x="5253870" y="6372585"/>
                  </a:lnTo>
                  <a:lnTo>
                    <a:pt x="5268062" y="6356262"/>
                  </a:lnTo>
                  <a:lnTo>
                    <a:pt x="5281801" y="6339546"/>
                  </a:lnTo>
                  <a:lnTo>
                    <a:pt x="5295074" y="6322443"/>
                  </a:lnTo>
                  <a:lnTo>
                    <a:pt x="5307872" y="6304961"/>
                  </a:lnTo>
                  <a:lnTo>
                    <a:pt x="5322411" y="6315300"/>
                  </a:lnTo>
                  <a:lnTo>
                    <a:pt x="5309316" y="6333181"/>
                  </a:lnTo>
                  <a:lnTo>
                    <a:pt x="5295737" y="6350677"/>
                  </a:lnTo>
                  <a:lnTo>
                    <a:pt x="5281685" y="6367779"/>
                  </a:lnTo>
                  <a:lnTo>
                    <a:pt x="5267169" y="6384475"/>
                  </a:lnTo>
                  <a:close/>
                </a:path>
                <a:path w="7493000" h="9178925">
                  <a:moveTo>
                    <a:pt x="5135392" y="6502319"/>
                  </a:moveTo>
                  <a:lnTo>
                    <a:pt x="5125054" y="6487779"/>
                  </a:lnTo>
                  <a:lnTo>
                    <a:pt x="5142535" y="6474981"/>
                  </a:lnTo>
                  <a:lnTo>
                    <a:pt x="5159779" y="6461593"/>
                  </a:lnTo>
                  <a:lnTo>
                    <a:pt x="5176355" y="6447970"/>
                  </a:lnTo>
                  <a:lnTo>
                    <a:pt x="5192677" y="6433777"/>
                  </a:lnTo>
                  <a:lnTo>
                    <a:pt x="5204568" y="6447077"/>
                  </a:lnTo>
                  <a:lnTo>
                    <a:pt x="5187871" y="6461593"/>
                  </a:lnTo>
                  <a:lnTo>
                    <a:pt x="5170770" y="6475645"/>
                  </a:lnTo>
                  <a:lnTo>
                    <a:pt x="5153273" y="6489223"/>
                  </a:lnTo>
                  <a:lnTo>
                    <a:pt x="5135392" y="6502319"/>
                  </a:lnTo>
                  <a:close/>
                </a:path>
                <a:path w="7493000" h="9178925">
                  <a:moveTo>
                    <a:pt x="4980717" y="6587962"/>
                  </a:moveTo>
                  <a:lnTo>
                    <a:pt x="4973884" y="6571486"/>
                  </a:lnTo>
                  <a:lnTo>
                    <a:pt x="4993818" y="6562884"/>
                  </a:lnTo>
                  <a:lnTo>
                    <a:pt x="5013457" y="6553744"/>
                  </a:lnTo>
                  <a:lnTo>
                    <a:pt x="5032795" y="6544075"/>
                  </a:lnTo>
                  <a:lnTo>
                    <a:pt x="5051820" y="6533888"/>
                  </a:lnTo>
                  <a:lnTo>
                    <a:pt x="5060463" y="6549489"/>
                  </a:lnTo>
                  <a:lnTo>
                    <a:pt x="5040998" y="6559917"/>
                  </a:lnTo>
                  <a:lnTo>
                    <a:pt x="5021212" y="6569812"/>
                  </a:lnTo>
                  <a:lnTo>
                    <a:pt x="5001115" y="6579164"/>
                  </a:lnTo>
                  <a:lnTo>
                    <a:pt x="4980717" y="6587962"/>
                  </a:lnTo>
                  <a:close/>
                </a:path>
                <a:path w="7493000" h="9178925">
                  <a:moveTo>
                    <a:pt x="4810816" y="6636835"/>
                  </a:moveTo>
                  <a:lnTo>
                    <a:pt x="4807854" y="6619245"/>
                  </a:lnTo>
                  <a:lnTo>
                    <a:pt x="4829269" y="6615316"/>
                  </a:lnTo>
                  <a:lnTo>
                    <a:pt x="4850476" y="6610802"/>
                  </a:lnTo>
                  <a:lnTo>
                    <a:pt x="4871466" y="6605712"/>
                  </a:lnTo>
                  <a:lnTo>
                    <a:pt x="4892229" y="6600057"/>
                  </a:lnTo>
                  <a:lnTo>
                    <a:pt x="4897153" y="6617202"/>
                  </a:lnTo>
                  <a:lnTo>
                    <a:pt x="4875912" y="6622989"/>
                  </a:lnTo>
                  <a:lnTo>
                    <a:pt x="4854436" y="6628196"/>
                  </a:lnTo>
                  <a:lnTo>
                    <a:pt x="4832734" y="6632814"/>
                  </a:lnTo>
                  <a:lnTo>
                    <a:pt x="4810816" y="6636835"/>
                  </a:lnTo>
                  <a:close/>
                </a:path>
                <a:path w="7493000" h="9178925">
                  <a:moveTo>
                    <a:pt x="4689657" y="6647792"/>
                  </a:moveTo>
                  <a:lnTo>
                    <a:pt x="4634464" y="6647792"/>
                  </a:lnTo>
                  <a:lnTo>
                    <a:pt x="4634464" y="6629954"/>
                  </a:lnTo>
                  <a:lnTo>
                    <a:pt x="4689410" y="6629954"/>
                  </a:lnTo>
                  <a:lnTo>
                    <a:pt x="4700253" y="6629729"/>
                  </a:lnTo>
                  <a:lnTo>
                    <a:pt x="4711059" y="6629356"/>
                  </a:lnTo>
                  <a:lnTo>
                    <a:pt x="4721828" y="6628834"/>
                  </a:lnTo>
                  <a:lnTo>
                    <a:pt x="4722809" y="6646647"/>
                  </a:lnTo>
                  <a:lnTo>
                    <a:pt x="4711798" y="6647180"/>
                  </a:lnTo>
                  <a:lnTo>
                    <a:pt x="4700747" y="6647562"/>
                  </a:lnTo>
                  <a:lnTo>
                    <a:pt x="4689657" y="6647792"/>
                  </a:lnTo>
                  <a:close/>
                </a:path>
                <a:path w="7493000" h="9178925">
                  <a:moveTo>
                    <a:pt x="756582" y="6649082"/>
                  </a:moveTo>
                  <a:lnTo>
                    <a:pt x="755598" y="6631269"/>
                  </a:lnTo>
                  <a:lnTo>
                    <a:pt x="766766" y="6630729"/>
                  </a:lnTo>
                  <a:lnTo>
                    <a:pt x="777974" y="6630341"/>
                  </a:lnTo>
                  <a:lnTo>
                    <a:pt x="792987" y="6630029"/>
                  </a:lnTo>
                  <a:lnTo>
                    <a:pt x="844571" y="6630029"/>
                  </a:lnTo>
                  <a:lnTo>
                    <a:pt x="844571" y="6647869"/>
                  </a:lnTo>
                  <a:lnTo>
                    <a:pt x="793152" y="6647869"/>
                  </a:lnTo>
                  <a:lnTo>
                    <a:pt x="778467" y="6648175"/>
                  </a:lnTo>
                  <a:lnTo>
                    <a:pt x="767505" y="6648554"/>
                  </a:lnTo>
                  <a:lnTo>
                    <a:pt x="756582" y="6649082"/>
                  </a:lnTo>
                  <a:close/>
                </a:path>
                <a:path w="7493000" h="9178925">
                  <a:moveTo>
                    <a:pt x="1020848" y="6647869"/>
                  </a:moveTo>
                  <a:lnTo>
                    <a:pt x="932709" y="6647869"/>
                  </a:lnTo>
                  <a:lnTo>
                    <a:pt x="932709" y="6630029"/>
                  </a:lnTo>
                  <a:lnTo>
                    <a:pt x="1020848" y="6630029"/>
                  </a:lnTo>
                  <a:lnTo>
                    <a:pt x="1020848" y="6647869"/>
                  </a:lnTo>
                  <a:close/>
                </a:path>
                <a:path w="7493000" h="9178925">
                  <a:moveTo>
                    <a:pt x="1197119" y="6647869"/>
                  </a:moveTo>
                  <a:lnTo>
                    <a:pt x="1108979" y="6647869"/>
                  </a:lnTo>
                  <a:lnTo>
                    <a:pt x="1108979" y="6630029"/>
                  </a:lnTo>
                  <a:lnTo>
                    <a:pt x="1197119" y="6630029"/>
                  </a:lnTo>
                  <a:lnTo>
                    <a:pt x="1197119" y="6647869"/>
                  </a:lnTo>
                  <a:close/>
                </a:path>
                <a:path w="7493000" h="9178925">
                  <a:moveTo>
                    <a:pt x="1373390" y="6647869"/>
                  </a:moveTo>
                  <a:lnTo>
                    <a:pt x="1285259" y="6647869"/>
                  </a:lnTo>
                  <a:lnTo>
                    <a:pt x="1285259" y="6630029"/>
                  </a:lnTo>
                  <a:lnTo>
                    <a:pt x="1373390" y="6630029"/>
                  </a:lnTo>
                  <a:lnTo>
                    <a:pt x="1373390" y="6647869"/>
                  </a:lnTo>
                  <a:close/>
                </a:path>
                <a:path w="7493000" h="9178925">
                  <a:moveTo>
                    <a:pt x="1549669" y="6647869"/>
                  </a:moveTo>
                  <a:lnTo>
                    <a:pt x="1461529" y="6647869"/>
                  </a:lnTo>
                  <a:lnTo>
                    <a:pt x="1461529" y="6630029"/>
                  </a:lnTo>
                  <a:lnTo>
                    <a:pt x="1549669" y="6630029"/>
                  </a:lnTo>
                  <a:lnTo>
                    <a:pt x="1549669" y="6647869"/>
                  </a:lnTo>
                  <a:close/>
                </a:path>
                <a:path w="7493000" h="9178925">
                  <a:moveTo>
                    <a:pt x="1725940" y="6647869"/>
                  </a:moveTo>
                  <a:lnTo>
                    <a:pt x="1637800" y="6647869"/>
                  </a:lnTo>
                  <a:lnTo>
                    <a:pt x="1637800" y="6630029"/>
                  </a:lnTo>
                  <a:lnTo>
                    <a:pt x="1725940" y="6630029"/>
                  </a:lnTo>
                  <a:lnTo>
                    <a:pt x="1725940" y="6647869"/>
                  </a:lnTo>
                  <a:close/>
                </a:path>
                <a:path w="7493000" h="9178925">
                  <a:moveTo>
                    <a:pt x="1902220" y="6647869"/>
                  </a:moveTo>
                  <a:lnTo>
                    <a:pt x="1814080" y="6647869"/>
                  </a:lnTo>
                  <a:lnTo>
                    <a:pt x="1814080" y="6630029"/>
                  </a:lnTo>
                  <a:lnTo>
                    <a:pt x="1902220" y="6630029"/>
                  </a:lnTo>
                  <a:lnTo>
                    <a:pt x="1902220" y="6647869"/>
                  </a:lnTo>
                  <a:close/>
                </a:path>
                <a:path w="7493000" h="9178925">
                  <a:moveTo>
                    <a:pt x="2078490" y="6647869"/>
                  </a:moveTo>
                  <a:lnTo>
                    <a:pt x="1990351" y="6647869"/>
                  </a:lnTo>
                  <a:lnTo>
                    <a:pt x="1990351" y="6630029"/>
                  </a:lnTo>
                  <a:lnTo>
                    <a:pt x="2078490" y="6630029"/>
                  </a:lnTo>
                  <a:lnTo>
                    <a:pt x="2078490" y="6647869"/>
                  </a:lnTo>
                  <a:close/>
                </a:path>
                <a:path w="7493000" h="9178925">
                  <a:moveTo>
                    <a:pt x="2254761" y="6647869"/>
                  </a:moveTo>
                  <a:lnTo>
                    <a:pt x="2166630" y="6647869"/>
                  </a:lnTo>
                  <a:lnTo>
                    <a:pt x="2166630" y="6630029"/>
                  </a:lnTo>
                  <a:lnTo>
                    <a:pt x="2254761" y="6630029"/>
                  </a:lnTo>
                  <a:lnTo>
                    <a:pt x="2254761" y="6647869"/>
                  </a:lnTo>
                  <a:close/>
                </a:path>
                <a:path w="7493000" h="9178925">
                  <a:moveTo>
                    <a:pt x="2431041" y="6647869"/>
                  </a:moveTo>
                  <a:lnTo>
                    <a:pt x="2342901" y="6647869"/>
                  </a:lnTo>
                  <a:lnTo>
                    <a:pt x="2342901" y="6630029"/>
                  </a:lnTo>
                  <a:lnTo>
                    <a:pt x="2431041" y="6630029"/>
                  </a:lnTo>
                  <a:lnTo>
                    <a:pt x="2431041" y="6647869"/>
                  </a:lnTo>
                  <a:close/>
                </a:path>
                <a:path w="7493000" h="9178925">
                  <a:moveTo>
                    <a:pt x="2607311" y="6647869"/>
                  </a:moveTo>
                  <a:lnTo>
                    <a:pt x="2519172" y="6647869"/>
                  </a:lnTo>
                  <a:lnTo>
                    <a:pt x="2519172" y="6630029"/>
                  </a:lnTo>
                  <a:lnTo>
                    <a:pt x="2607311" y="6630029"/>
                  </a:lnTo>
                  <a:lnTo>
                    <a:pt x="2607311" y="6647869"/>
                  </a:lnTo>
                  <a:close/>
                </a:path>
                <a:path w="7493000" h="9178925">
                  <a:moveTo>
                    <a:pt x="2783582" y="6647869"/>
                  </a:moveTo>
                  <a:lnTo>
                    <a:pt x="2695451" y="6647869"/>
                  </a:lnTo>
                  <a:lnTo>
                    <a:pt x="2695451" y="6630029"/>
                  </a:lnTo>
                  <a:lnTo>
                    <a:pt x="2783582" y="6630029"/>
                  </a:lnTo>
                  <a:lnTo>
                    <a:pt x="2783582" y="6647869"/>
                  </a:lnTo>
                  <a:close/>
                </a:path>
                <a:path w="7493000" h="9178925">
                  <a:moveTo>
                    <a:pt x="2959862" y="6647869"/>
                  </a:moveTo>
                  <a:lnTo>
                    <a:pt x="2871722" y="6647869"/>
                  </a:lnTo>
                  <a:lnTo>
                    <a:pt x="2871722" y="6630029"/>
                  </a:lnTo>
                  <a:lnTo>
                    <a:pt x="2959862" y="6630029"/>
                  </a:lnTo>
                  <a:lnTo>
                    <a:pt x="2959862" y="6647869"/>
                  </a:lnTo>
                  <a:close/>
                </a:path>
                <a:path w="7493000" h="9178925">
                  <a:moveTo>
                    <a:pt x="3136132" y="6647869"/>
                  </a:moveTo>
                  <a:lnTo>
                    <a:pt x="3047993" y="6647869"/>
                  </a:lnTo>
                  <a:lnTo>
                    <a:pt x="3047993" y="6630029"/>
                  </a:lnTo>
                  <a:lnTo>
                    <a:pt x="3136132" y="6630029"/>
                  </a:lnTo>
                  <a:lnTo>
                    <a:pt x="3136132" y="6647869"/>
                  </a:lnTo>
                  <a:close/>
                </a:path>
                <a:path w="7493000" h="9178925">
                  <a:moveTo>
                    <a:pt x="3312403" y="6647869"/>
                  </a:moveTo>
                  <a:lnTo>
                    <a:pt x="3224272" y="6647869"/>
                  </a:lnTo>
                  <a:lnTo>
                    <a:pt x="3224272" y="6630029"/>
                  </a:lnTo>
                  <a:lnTo>
                    <a:pt x="3312403" y="6630029"/>
                  </a:lnTo>
                  <a:lnTo>
                    <a:pt x="3312403" y="6647869"/>
                  </a:lnTo>
                  <a:close/>
                </a:path>
                <a:path w="7493000" h="9178925">
                  <a:moveTo>
                    <a:pt x="3488683" y="6647869"/>
                  </a:moveTo>
                  <a:lnTo>
                    <a:pt x="3400543" y="6647869"/>
                  </a:lnTo>
                  <a:lnTo>
                    <a:pt x="3400543" y="6630029"/>
                  </a:lnTo>
                  <a:lnTo>
                    <a:pt x="3488683" y="6630029"/>
                  </a:lnTo>
                  <a:lnTo>
                    <a:pt x="3488683" y="6647869"/>
                  </a:lnTo>
                  <a:close/>
                </a:path>
                <a:path w="7493000" h="9178925">
                  <a:moveTo>
                    <a:pt x="3664953" y="6647869"/>
                  </a:moveTo>
                  <a:lnTo>
                    <a:pt x="3576814" y="6647869"/>
                  </a:lnTo>
                  <a:lnTo>
                    <a:pt x="3576814" y="6630029"/>
                  </a:lnTo>
                  <a:lnTo>
                    <a:pt x="3664953" y="6630029"/>
                  </a:lnTo>
                  <a:lnTo>
                    <a:pt x="3664953" y="6647869"/>
                  </a:lnTo>
                  <a:close/>
                </a:path>
                <a:path w="7493000" h="9178925">
                  <a:moveTo>
                    <a:pt x="3841224" y="6647869"/>
                  </a:moveTo>
                  <a:lnTo>
                    <a:pt x="3753093" y="6647869"/>
                  </a:lnTo>
                  <a:lnTo>
                    <a:pt x="3753093" y="6630029"/>
                  </a:lnTo>
                  <a:lnTo>
                    <a:pt x="3841224" y="6630029"/>
                  </a:lnTo>
                  <a:lnTo>
                    <a:pt x="3841224" y="6647869"/>
                  </a:lnTo>
                  <a:close/>
                </a:path>
                <a:path w="7493000" h="9178925">
                  <a:moveTo>
                    <a:pt x="4017504" y="6647869"/>
                  </a:moveTo>
                  <a:lnTo>
                    <a:pt x="3929364" y="6647869"/>
                  </a:lnTo>
                  <a:lnTo>
                    <a:pt x="3929364" y="6630029"/>
                  </a:lnTo>
                  <a:lnTo>
                    <a:pt x="4017504" y="6630029"/>
                  </a:lnTo>
                  <a:lnTo>
                    <a:pt x="4017504" y="6647869"/>
                  </a:lnTo>
                  <a:close/>
                </a:path>
                <a:path w="7493000" h="9178925">
                  <a:moveTo>
                    <a:pt x="4193774" y="6647869"/>
                  </a:moveTo>
                  <a:lnTo>
                    <a:pt x="4105634" y="6647869"/>
                  </a:lnTo>
                  <a:lnTo>
                    <a:pt x="4105634" y="6630029"/>
                  </a:lnTo>
                  <a:lnTo>
                    <a:pt x="4193774" y="6630029"/>
                  </a:lnTo>
                  <a:lnTo>
                    <a:pt x="4193774" y="6647869"/>
                  </a:lnTo>
                  <a:close/>
                </a:path>
                <a:path w="7493000" h="9178925">
                  <a:moveTo>
                    <a:pt x="4370045" y="6647869"/>
                  </a:moveTo>
                  <a:lnTo>
                    <a:pt x="4281914" y="6647869"/>
                  </a:lnTo>
                  <a:lnTo>
                    <a:pt x="4281914" y="6630029"/>
                  </a:lnTo>
                  <a:lnTo>
                    <a:pt x="4370045" y="6630029"/>
                  </a:lnTo>
                  <a:lnTo>
                    <a:pt x="4370045" y="6647869"/>
                  </a:lnTo>
                  <a:close/>
                </a:path>
                <a:path w="7493000" h="9178925">
                  <a:moveTo>
                    <a:pt x="4546325" y="6647869"/>
                  </a:moveTo>
                  <a:lnTo>
                    <a:pt x="4458185" y="6647869"/>
                  </a:lnTo>
                  <a:lnTo>
                    <a:pt x="4458185" y="6630029"/>
                  </a:lnTo>
                  <a:lnTo>
                    <a:pt x="4546325" y="6630029"/>
                  </a:lnTo>
                  <a:lnTo>
                    <a:pt x="4546325" y="6647869"/>
                  </a:lnTo>
                  <a:close/>
                </a:path>
                <a:path w="7493000" h="9178925">
                  <a:moveTo>
                    <a:pt x="583720" y="6678278"/>
                  </a:moveTo>
                  <a:lnTo>
                    <a:pt x="622113" y="6649981"/>
                  </a:lnTo>
                  <a:lnTo>
                    <a:pt x="666345" y="6641224"/>
                  </a:lnTo>
                  <a:lnTo>
                    <a:pt x="669314" y="6658814"/>
                  </a:lnTo>
                  <a:lnTo>
                    <a:pt x="647586" y="6662799"/>
                  </a:lnTo>
                  <a:lnTo>
                    <a:pt x="626071" y="6667375"/>
                  </a:lnTo>
                  <a:lnTo>
                    <a:pt x="604780" y="6672537"/>
                  </a:lnTo>
                  <a:lnTo>
                    <a:pt x="583720" y="6678278"/>
                  </a:lnTo>
                  <a:close/>
                </a:path>
                <a:path w="7493000" h="9178925">
                  <a:moveTo>
                    <a:pt x="421820" y="6745402"/>
                  </a:moveTo>
                  <a:lnTo>
                    <a:pt x="452981" y="6709187"/>
                  </a:lnTo>
                  <a:lnTo>
                    <a:pt x="494048" y="6690784"/>
                  </a:lnTo>
                  <a:lnTo>
                    <a:pt x="500881" y="6707260"/>
                  </a:lnTo>
                  <a:lnTo>
                    <a:pt x="480659" y="6715985"/>
                  </a:lnTo>
                  <a:lnTo>
                    <a:pt x="460734" y="6725257"/>
                  </a:lnTo>
                  <a:lnTo>
                    <a:pt x="441118" y="6735066"/>
                  </a:lnTo>
                  <a:lnTo>
                    <a:pt x="421820" y="6745402"/>
                  </a:lnTo>
                  <a:close/>
                </a:path>
                <a:path w="7493000" h="9178925">
                  <a:moveTo>
                    <a:pt x="278926" y="6846957"/>
                  </a:moveTo>
                  <a:lnTo>
                    <a:pt x="301310" y="6804685"/>
                  </a:lnTo>
                  <a:lnTo>
                    <a:pt x="337193" y="6777639"/>
                  </a:lnTo>
                  <a:lnTo>
                    <a:pt x="347528" y="6792179"/>
                  </a:lnTo>
                  <a:lnTo>
                    <a:pt x="329794" y="6805161"/>
                  </a:lnTo>
                  <a:lnTo>
                    <a:pt x="312443" y="6818625"/>
                  </a:lnTo>
                  <a:lnTo>
                    <a:pt x="295483" y="6832560"/>
                  </a:lnTo>
                  <a:lnTo>
                    <a:pt x="278926" y="6846957"/>
                  </a:lnTo>
                  <a:close/>
                </a:path>
                <a:path w="7493000" h="9178925">
                  <a:moveTo>
                    <a:pt x="162070" y="6977637"/>
                  </a:moveTo>
                  <a:lnTo>
                    <a:pt x="147529" y="6967299"/>
                  </a:lnTo>
                  <a:lnTo>
                    <a:pt x="160807" y="6949162"/>
                  </a:lnTo>
                  <a:lnTo>
                    <a:pt x="174576" y="6931418"/>
                  </a:lnTo>
                  <a:lnTo>
                    <a:pt x="188827" y="6914075"/>
                  </a:lnTo>
                  <a:lnTo>
                    <a:pt x="203549" y="6897142"/>
                  </a:lnTo>
                  <a:lnTo>
                    <a:pt x="216848" y="6909033"/>
                  </a:lnTo>
                  <a:lnTo>
                    <a:pt x="202452" y="6925589"/>
                  </a:lnTo>
                  <a:lnTo>
                    <a:pt x="188517" y="6942549"/>
                  </a:lnTo>
                  <a:lnTo>
                    <a:pt x="175053" y="6959902"/>
                  </a:lnTo>
                  <a:lnTo>
                    <a:pt x="162070" y="6977637"/>
                  </a:lnTo>
                  <a:close/>
                </a:path>
                <a:path w="7493000" h="9178925">
                  <a:moveTo>
                    <a:pt x="77153" y="7130992"/>
                  </a:moveTo>
                  <a:lnTo>
                    <a:pt x="60674" y="7124160"/>
                  </a:lnTo>
                  <a:lnTo>
                    <a:pt x="69597" y="7103470"/>
                  </a:lnTo>
                  <a:lnTo>
                    <a:pt x="79081" y="7083088"/>
                  </a:lnTo>
                  <a:lnTo>
                    <a:pt x="89114" y="7063022"/>
                  </a:lnTo>
                  <a:lnTo>
                    <a:pt x="99688" y="7043281"/>
                  </a:lnTo>
                  <a:lnTo>
                    <a:pt x="115295" y="7051924"/>
                  </a:lnTo>
                  <a:lnTo>
                    <a:pt x="104957" y="7071226"/>
                  </a:lnTo>
                  <a:lnTo>
                    <a:pt x="95148" y="7090843"/>
                  </a:lnTo>
                  <a:lnTo>
                    <a:pt x="85877" y="7110768"/>
                  </a:lnTo>
                  <a:lnTo>
                    <a:pt x="77153" y="7130992"/>
                  </a:lnTo>
                  <a:close/>
                </a:path>
                <a:path w="7493000" h="9178925">
                  <a:moveTo>
                    <a:pt x="28706" y="7299423"/>
                  </a:moveTo>
                  <a:lnTo>
                    <a:pt x="11115" y="7296452"/>
                  </a:lnTo>
                  <a:lnTo>
                    <a:pt x="15189" y="7274227"/>
                  </a:lnTo>
                  <a:lnTo>
                    <a:pt x="19872" y="7252220"/>
                  </a:lnTo>
                  <a:lnTo>
                    <a:pt x="25152" y="7230439"/>
                  </a:lnTo>
                  <a:lnTo>
                    <a:pt x="31022" y="7208892"/>
                  </a:lnTo>
                  <a:lnTo>
                    <a:pt x="48167" y="7213825"/>
                  </a:lnTo>
                  <a:lnTo>
                    <a:pt x="42429" y="7234889"/>
                  </a:lnTo>
                  <a:lnTo>
                    <a:pt x="37267" y="7256182"/>
                  </a:lnTo>
                  <a:lnTo>
                    <a:pt x="32690" y="7277696"/>
                  </a:lnTo>
                  <a:lnTo>
                    <a:pt x="28706" y="7299423"/>
                  </a:lnTo>
                  <a:close/>
                </a:path>
                <a:path w="7493000" h="9178925">
                  <a:moveTo>
                    <a:pt x="1160" y="7475515"/>
                  </a:moveTo>
                  <a:lnTo>
                    <a:pt x="620" y="7464347"/>
                  </a:lnTo>
                  <a:lnTo>
                    <a:pt x="233" y="7453140"/>
                  </a:lnTo>
                  <a:lnTo>
                    <a:pt x="0" y="7441893"/>
                  </a:lnTo>
                  <a:lnTo>
                    <a:pt x="0" y="7419328"/>
                  </a:lnTo>
                  <a:lnTo>
                    <a:pt x="222" y="7408576"/>
                  </a:lnTo>
                  <a:lnTo>
                    <a:pt x="594" y="7397612"/>
                  </a:lnTo>
                  <a:lnTo>
                    <a:pt x="1113" y="7386688"/>
                  </a:lnTo>
                  <a:lnTo>
                    <a:pt x="1160" y="7385707"/>
                  </a:lnTo>
                  <a:lnTo>
                    <a:pt x="18973" y="7386688"/>
                  </a:lnTo>
                  <a:lnTo>
                    <a:pt x="18480" y="7396874"/>
                  </a:lnTo>
                  <a:lnTo>
                    <a:pt x="18083" y="7408082"/>
                  </a:lnTo>
                  <a:lnTo>
                    <a:pt x="17843" y="7419328"/>
                  </a:lnTo>
                  <a:lnTo>
                    <a:pt x="17843" y="7441893"/>
                  </a:lnTo>
                  <a:lnTo>
                    <a:pt x="18066" y="7452646"/>
                  </a:lnTo>
                  <a:lnTo>
                    <a:pt x="18445" y="7463609"/>
                  </a:lnTo>
                  <a:lnTo>
                    <a:pt x="18973" y="7474533"/>
                  </a:lnTo>
                  <a:lnTo>
                    <a:pt x="1160" y="7475515"/>
                  </a:lnTo>
                  <a:close/>
                </a:path>
                <a:path w="7493000" h="9178925">
                  <a:moveTo>
                    <a:pt x="31022" y="7652330"/>
                  </a:moveTo>
                  <a:lnTo>
                    <a:pt x="25152" y="7630782"/>
                  </a:lnTo>
                  <a:lnTo>
                    <a:pt x="19872" y="7609001"/>
                  </a:lnTo>
                  <a:lnTo>
                    <a:pt x="15189" y="7586994"/>
                  </a:lnTo>
                  <a:lnTo>
                    <a:pt x="11115" y="7564769"/>
                  </a:lnTo>
                  <a:lnTo>
                    <a:pt x="28706" y="7561799"/>
                  </a:lnTo>
                  <a:lnTo>
                    <a:pt x="32690" y="7583526"/>
                  </a:lnTo>
                  <a:lnTo>
                    <a:pt x="37267" y="7605042"/>
                  </a:lnTo>
                  <a:lnTo>
                    <a:pt x="42429" y="7626336"/>
                  </a:lnTo>
                  <a:lnTo>
                    <a:pt x="48167" y="7647396"/>
                  </a:lnTo>
                  <a:lnTo>
                    <a:pt x="31022" y="7652330"/>
                  </a:lnTo>
                  <a:close/>
                </a:path>
                <a:path w="7493000" h="9178925">
                  <a:moveTo>
                    <a:pt x="99689" y="7817941"/>
                  </a:moveTo>
                  <a:lnTo>
                    <a:pt x="89115" y="7798199"/>
                  </a:lnTo>
                  <a:lnTo>
                    <a:pt x="79081" y="7778133"/>
                  </a:lnTo>
                  <a:lnTo>
                    <a:pt x="69597" y="7757751"/>
                  </a:lnTo>
                  <a:lnTo>
                    <a:pt x="60674" y="7737062"/>
                  </a:lnTo>
                  <a:lnTo>
                    <a:pt x="77153" y="7730229"/>
                  </a:lnTo>
                  <a:lnTo>
                    <a:pt x="85877" y="7750453"/>
                  </a:lnTo>
                  <a:lnTo>
                    <a:pt x="95148" y="7770378"/>
                  </a:lnTo>
                  <a:lnTo>
                    <a:pt x="104957" y="7789996"/>
                  </a:lnTo>
                  <a:lnTo>
                    <a:pt x="115295" y="7809297"/>
                  </a:lnTo>
                  <a:lnTo>
                    <a:pt x="99689" y="7817941"/>
                  </a:lnTo>
                  <a:close/>
                </a:path>
                <a:path w="7493000" h="9178925">
                  <a:moveTo>
                    <a:pt x="203549" y="7964079"/>
                  </a:moveTo>
                  <a:lnTo>
                    <a:pt x="188827" y="7947146"/>
                  </a:lnTo>
                  <a:lnTo>
                    <a:pt x="174576" y="7929803"/>
                  </a:lnTo>
                  <a:lnTo>
                    <a:pt x="160807" y="7912059"/>
                  </a:lnTo>
                  <a:lnTo>
                    <a:pt x="147529" y="7893922"/>
                  </a:lnTo>
                  <a:lnTo>
                    <a:pt x="162070" y="7883584"/>
                  </a:lnTo>
                  <a:lnTo>
                    <a:pt x="175053" y="7901319"/>
                  </a:lnTo>
                  <a:lnTo>
                    <a:pt x="188517" y="7918672"/>
                  </a:lnTo>
                  <a:lnTo>
                    <a:pt x="202452" y="7935632"/>
                  </a:lnTo>
                  <a:lnTo>
                    <a:pt x="216848" y="7952188"/>
                  </a:lnTo>
                  <a:lnTo>
                    <a:pt x="203549" y="7964079"/>
                  </a:lnTo>
                  <a:close/>
                </a:path>
                <a:path w="7493000" h="9178925">
                  <a:moveTo>
                    <a:pt x="337193" y="8083582"/>
                  </a:moveTo>
                  <a:lnTo>
                    <a:pt x="319056" y="8070306"/>
                  </a:lnTo>
                  <a:lnTo>
                    <a:pt x="301310" y="8056536"/>
                  </a:lnTo>
                  <a:lnTo>
                    <a:pt x="283966" y="8042285"/>
                  </a:lnTo>
                  <a:lnTo>
                    <a:pt x="267034" y="8027564"/>
                  </a:lnTo>
                  <a:lnTo>
                    <a:pt x="278926" y="8014264"/>
                  </a:lnTo>
                  <a:lnTo>
                    <a:pt x="295483" y="8028661"/>
                  </a:lnTo>
                  <a:lnTo>
                    <a:pt x="312443" y="8042596"/>
                  </a:lnTo>
                  <a:lnTo>
                    <a:pt x="329794" y="8056060"/>
                  </a:lnTo>
                  <a:lnTo>
                    <a:pt x="347528" y="8069042"/>
                  </a:lnTo>
                  <a:lnTo>
                    <a:pt x="337193" y="8083582"/>
                  </a:lnTo>
                  <a:close/>
                </a:path>
                <a:path w="7493000" h="9178925">
                  <a:moveTo>
                    <a:pt x="494048" y="8170438"/>
                  </a:moveTo>
                  <a:lnTo>
                    <a:pt x="473361" y="8161516"/>
                  </a:lnTo>
                  <a:lnTo>
                    <a:pt x="452981" y="8152034"/>
                  </a:lnTo>
                  <a:lnTo>
                    <a:pt x="432916" y="8142001"/>
                  </a:lnTo>
                  <a:lnTo>
                    <a:pt x="413176" y="8131429"/>
                  </a:lnTo>
                  <a:lnTo>
                    <a:pt x="421820" y="8115819"/>
                  </a:lnTo>
                  <a:lnTo>
                    <a:pt x="441119" y="8126156"/>
                  </a:lnTo>
                  <a:lnTo>
                    <a:pt x="460735" y="8135964"/>
                  </a:lnTo>
                  <a:lnTo>
                    <a:pt x="480659" y="8145236"/>
                  </a:lnTo>
                  <a:lnTo>
                    <a:pt x="500881" y="8153962"/>
                  </a:lnTo>
                  <a:lnTo>
                    <a:pt x="494048" y="8170438"/>
                  </a:lnTo>
                  <a:close/>
                </a:path>
                <a:path w="7493000" h="9178925">
                  <a:moveTo>
                    <a:pt x="666345" y="8219998"/>
                  </a:moveTo>
                  <a:lnTo>
                    <a:pt x="644120" y="8215923"/>
                  </a:lnTo>
                  <a:lnTo>
                    <a:pt x="622113" y="8211240"/>
                  </a:lnTo>
                  <a:lnTo>
                    <a:pt x="600333" y="8205958"/>
                  </a:lnTo>
                  <a:lnTo>
                    <a:pt x="578789" y="8200088"/>
                  </a:lnTo>
                  <a:lnTo>
                    <a:pt x="583720" y="8182943"/>
                  </a:lnTo>
                  <a:lnTo>
                    <a:pt x="604780" y="8188684"/>
                  </a:lnTo>
                  <a:lnTo>
                    <a:pt x="626071" y="8193846"/>
                  </a:lnTo>
                  <a:lnTo>
                    <a:pt x="647586" y="8198422"/>
                  </a:lnTo>
                  <a:lnTo>
                    <a:pt x="669314" y="8202407"/>
                  </a:lnTo>
                  <a:lnTo>
                    <a:pt x="666345" y="8219998"/>
                  </a:lnTo>
                  <a:close/>
                </a:path>
                <a:path w="7493000" h="9178925">
                  <a:moveTo>
                    <a:pt x="847822" y="8231114"/>
                  </a:moveTo>
                  <a:lnTo>
                    <a:pt x="789220" y="8231114"/>
                  </a:lnTo>
                  <a:lnTo>
                    <a:pt x="777974" y="8230880"/>
                  </a:lnTo>
                  <a:lnTo>
                    <a:pt x="766766" y="8230492"/>
                  </a:lnTo>
                  <a:lnTo>
                    <a:pt x="755598" y="8229953"/>
                  </a:lnTo>
                  <a:lnTo>
                    <a:pt x="756520" y="8213275"/>
                  </a:lnTo>
                  <a:lnTo>
                    <a:pt x="756582" y="8212139"/>
                  </a:lnTo>
                  <a:lnTo>
                    <a:pt x="767505" y="8212667"/>
                  </a:lnTo>
                  <a:lnTo>
                    <a:pt x="778467" y="8213046"/>
                  </a:lnTo>
                  <a:lnTo>
                    <a:pt x="789467" y="8213275"/>
                  </a:lnTo>
                  <a:lnTo>
                    <a:pt x="847822" y="8213275"/>
                  </a:lnTo>
                  <a:lnTo>
                    <a:pt x="847822" y="8231114"/>
                  </a:lnTo>
                  <a:close/>
                </a:path>
                <a:path w="7493000" h="9178925">
                  <a:moveTo>
                    <a:pt x="1037092" y="8231192"/>
                  </a:moveTo>
                  <a:lnTo>
                    <a:pt x="942458" y="8231192"/>
                  </a:lnTo>
                  <a:lnTo>
                    <a:pt x="942458" y="8213352"/>
                  </a:lnTo>
                  <a:lnTo>
                    <a:pt x="1037092" y="8213352"/>
                  </a:lnTo>
                  <a:lnTo>
                    <a:pt x="1037092" y="8231192"/>
                  </a:lnTo>
                  <a:close/>
                </a:path>
                <a:path w="7493000" h="9178925">
                  <a:moveTo>
                    <a:pt x="1226368" y="8231192"/>
                  </a:moveTo>
                  <a:lnTo>
                    <a:pt x="1131734" y="8231192"/>
                  </a:lnTo>
                  <a:lnTo>
                    <a:pt x="1131734" y="8213352"/>
                  </a:lnTo>
                  <a:lnTo>
                    <a:pt x="1226368" y="8213352"/>
                  </a:lnTo>
                  <a:lnTo>
                    <a:pt x="1226368" y="8231192"/>
                  </a:lnTo>
                  <a:close/>
                </a:path>
                <a:path w="7493000" h="9178925">
                  <a:moveTo>
                    <a:pt x="1415644" y="8231192"/>
                  </a:moveTo>
                  <a:lnTo>
                    <a:pt x="1321011" y="8231192"/>
                  </a:lnTo>
                  <a:lnTo>
                    <a:pt x="1321011" y="8213352"/>
                  </a:lnTo>
                  <a:lnTo>
                    <a:pt x="1415644" y="8213352"/>
                  </a:lnTo>
                  <a:lnTo>
                    <a:pt x="1415644" y="8231192"/>
                  </a:lnTo>
                  <a:close/>
                </a:path>
                <a:path w="7493000" h="9178925">
                  <a:moveTo>
                    <a:pt x="1604921" y="8231192"/>
                  </a:moveTo>
                  <a:lnTo>
                    <a:pt x="1510278" y="8231192"/>
                  </a:lnTo>
                  <a:lnTo>
                    <a:pt x="1510278" y="8213352"/>
                  </a:lnTo>
                  <a:lnTo>
                    <a:pt x="1604921" y="8213352"/>
                  </a:lnTo>
                  <a:lnTo>
                    <a:pt x="1604921" y="8231192"/>
                  </a:lnTo>
                  <a:close/>
                </a:path>
                <a:path w="7493000" h="9178925">
                  <a:moveTo>
                    <a:pt x="1794188" y="8231192"/>
                  </a:moveTo>
                  <a:lnTo>
                    <a:pt x="1699554" y="8231192"/>
                  </a:lnTo>
                  <a:lnTo>
                    <a:pt x="1699554" y="8213352"/>
                  </a:lnTo>
                  <a:lnTo>
                    <a:pt x="1794188" y="8213352"/>
                  </a:lnTo>
                  <a:lnTo>
                    <a:pt x="1794188" y="8231192"/>
                  </a:lnTo>
                  <a:close/>
                </a:path>
                <a:path w="7493000" h="9178925">
                  <a:moveTo>
                    <a:pt x="1983464" y="8231192"/>
                  </a:moveTo>
                  <a:lnTo>
                    <a:pt x="1888831" y="8231192"/>
                  </a:lnTo>
                  <a:lnTo>
                    <a:pt x="1888831" y="8213352"/>
                  </a:lnTo>
                  <a:lnTo>
                    <a:pt x="1983464" y="8213352"/>
                  </a:lnTo>
                  <a:lnTo>
                    <a:pt x="1983464" y="8231192"/>
                  </a:lnTo>
                  <a:close/>
                </a:path>
                <a:path w="7493000" h="9178925">
                  <a:moveTo>
                    <a:pt x="2172740" y="8231192"/>
                  </a:moveTo>
                  <a:lnTo>
                    <a:pt x="2078107" y="8231192"/>
                  </a:lnTo>
                  <a:lnTo>
                    <a:pt x="2078107" y="8213352"/>
                  </a:lnTo>
                  <a:lnTo>
                    <a:pt x="2172740" y="8213352"/>
                  </a:lnTo>
                  <a:lnTo>
                    <a:pt x="2172740" y="8231192"/>
                  </a:lnTo>
                  <a:close/>
                </a:path>
                <a:path w="7493000" h="9178925">
                  <a:moveTo>
                    <a:pt x="2361339" y="8232316"/>
                  </a:moveTo>
                  <a:lnTo>
                    <a:pt x="2349728" y="8231824"/>
                  </a:lnTo>
                  <a:lnTo>
                    <a:pt x="2338084" y="8231473"/>
                  </a:lnTo>
                  <a:lnTo>
                    <a:pt x="2322514" y="8231192"/>
                  </a:lnTo>
                  <a:lnTo>
                    <a:pt x="2267374" y="8231192"/>
                  </a:lnTo>
                  <a:lnTo>
                    <a:pt x="2267374" y="8213352"/>
                  </a:lnTo>
                  <a:lnTo>
                    <a:pt x="2322646" y="8213352"/>
                  </a:lnTo>
                  <a:lnTo>
                    <a:pt x="2338515" y="8213639"/>
                  </a:lnTo>
                  <a:lnTo>
                    <a:pt x="2350374" y="8213996"/>
                  </a:lnTo>
                  <a:lnTo>
                    <a:pt x="2362195" y="8214494"/>
                  </a:lnTo>
                  <a:lnTo>
                    <a:pt x="2361393" y="8231192"/>
                  </a:lnTo>
                  <a:lnTo>
                    <a:pt x="2361339" y="8232316"/>
                  </a:lnTo>
                  <a:close/>
                </a:path>
                <a:path w="7493000" h="9178925">
                  <a:moveTo>
                    <a:pt x="2545611" y="8259452"/>
                  </a:moveTo>
                  <a:lnTo>
                    <a:pt x="2523046" y="8254111"/>
                  </a:lnTo>
                  <a:lnTo>
                    <a:pt x="2500276" y="8249308"/>
                  </a:lnTo>
                  <a:lnTo>
                    <a:pt x="2477309" y="8245052"/>
                  </a:lnTo>
                  <a:lnTo>
                    <a:pt x="2454153" y="8241352"/>
                  </a:lnTo>
                  <a:lnTo>
                    <a:pt x="2456748" y="8223708"/>
                  </a:lnTo>
                  <a:lnTo>
                    <a:pt x="2480343" y="8227474"/>
                  </a:lnTo>
                  <a:lnTo>
                    <a:pt x="2503744" y="8231807"/>
                  </a:lnTo>
                  <a:lnTo>
                    <a:pt x="2526944" y="8236700"/>
                  </a:lnTo>
                  <a:lnTo>
                    <a:pt x="2549937" y="8242146"/>
                  </a:lnTo>
                  <a:lnTo>
                    <a:pt x="2545611" y="8259452"/>
                  </a:lnTo>
                  <a:close/>
                </a:path>
                <a:path w="7493000" h="9178925">
                  <a:moveTo>
                    <a:pt x="2720954" y="8322196"/>
                  </a:moveTo>
                  <a:lnTo>
                    <a:pt x="2699828" y="8312503"/>
                  </a:lnTo>
                  <a:lnTo>
                    <a:pt x="2678428" y="8303314"/>
                  </a:lnTo>
                  <a:lnTo>
                    <a:pt x="2656763" y="8294636"/>
                  </a:lnTo>
                  <a:lnTo>
                    <a:pt x="2634839" y="8286479"/>
                  </a:lnTo>
                  <a:lnTo>
                    <a:pt x="2640851" y="8269683"/>
                  </a:lnTo>
                  <a:lnTo>
                    <a:pt x="2663193" y="8277992"/>
                  </a:lnTo>
                  <a:lnTo>
                    <a:pt x="2685270" y="8286832"/>
                  </a:lnTo>
                  <a:lnTo>
                    <a:pt x="2707074" y="8296193"/>
                  </a:lnTo>
                  <a:lnTo>
                    <a:pt x="2728598" y="8306068"/>
                  </a:lnTo>
                  <a:lnTo>
                    <a:pt x="2720954" y="8322196"/>
                  </a:lnTo>
                  <a:close/>
                </a:path>
                <a:path w="7493000" h="9178925">
                  <a:moveTo>
                    <a:pt x="2880624" y="8418087"/>
                  </a:moveTo>
                  <a:lnTo>
                    <a:pt x="2861763" y="8404429"/>
                  </a:lnTo>
                  <a:lnTo>
                    <a:pt x="2842556" y="8391225"/>
                  </a:lnTo>
                  <a:lnTo>
                    <a:pt x="2823014" y="8378485"/>
                  </a:lnTo>
                  <a:lnTo>
                    <a:pt x="2803144" y="8366216"/>
                  </a:lnTo>
                  <a:lnTo>
                    <a:pt x="2812332" y="8350918"/>
                  </a:lnTo>
                  <a:lnTo>
                    <a:pt x="2832573" y="8363417"/>
                  </a:lnTo>
                  <a:lnTo>
                    <a:pt x="2852481" y="8376396"/>
                  </a:lnTo>
                  <a:lnTo>
                    <a:pt x="2872048" y="8389847"/>
                  </a:lnTo>
                  <a:lnTo>
                    <a:pt x="2891266" y="8403761"/>
                  </a:lnTo>
                  <a:lnTo>
                    <a:pt x="2880624" y="8418087"/>
                  </a:lnTo>
                  <a:close/>
                </a:path>
                <a:path w="7493000" h="9178925">
                  <a:moveTo>
                    <a:pt x="3018610" y="8543218"/>
                  </a:moveTo>
                  <a:lnTo>
                    <a:pt x="3002729" y="8526145"/>
                  </a:lnTo>
                  <a:lnTo>
                    <a:pt x="2986440" y="8509456"/>
                  </a:lnTo>
                  <a:lnTo>
                    <a:pt x="2969752" y="8493168"/>
                  </a:lnTo>
                  <a:lnTo>
                    <a:pt x="2952672" y="8477299"/>
                  </a:lnTo>
                  <a:lnTo>
                    <a:pt x="2964652" y="8464097"/>
                  </a:lnTo>
                  <a:lnTo>
                    <a:pt x="2982055" y="8480237"/>
                  </a:lnTo>
                  <a:lnTo>
                    <a:pt x="2999056" y="8496811"/>
                  </a:lnTo>
                  <a:lnTo>
                    <a:pt x="3015647" y="8513821"/>
                  </a:lnTo>
                  <a:lnTo>
                    <a:pt x="3031820" y="8531266"/>
                  </a:lnTo>
                  <a:lnTo>
                    <a:pt x="3018610" y="8543218"/>
                  </a:lnTo>
                  <a:close/>
                </a:path>
                <a:path w="7493000" h="9178925">
                  <a:moveTo>
                    <a:pt x="3129665" y="8692720"/>
                  </a:moveTo>
                  <a:lnTo>
                    <a:pt x="3117397" y="8672870"/>
                  </a:lnTo>
                  <a:lnTo>
                    <a:pt x="3104657" y="8653337"/>
                  </a:lnTo>
                  <a:lnTo>
                    <a:pt x="3091453" y="8634140"/>
                  </a:lnTo>
                  <a:lnTo>
                    <a:pt x="3077795" y="8615293"/>
                  </a:lnTo>
                  <a:lnTo>
                    <a:pt x="3092120" y="8604589"/>
                  </a:lnTo>
                  <a:lnTo>
                    <a:pt x="3106034" y="8623823"/>
                  </a:lnTo>
                  <a:lnTo>
                    <a:pt x="3119485" y="8643392"/>
                  </a:lnTo>
                  <a:lnTo>
                    <a:pt x="3132464" y="8663295"/>
                  </a:lnTo>
                  <a:lnTo>
                    <a:pt x="3144963" y="8683532"/>
                  </a:lnTo>
                  <a:lnTo>
                    <a:pt x="3129665" y="8692720"/>
                  </a:lnTo>
                  <a:close/>
                </a:path>
                <a:path w="7493000" h="9178925">
                  <a:moveTo>
                    <a:pt x="3209402" y="8861043"/>
                  </a:moveTo>
                  <a:lnTo>
                    <a:pt x="3201245" y="8839101"/>
                  </a:lnTo>
                  <a:lnTo>
                    <a:pt x="3192568" y="8817434"/>
                  </a:lnTo>
                  <a:lnTo>
                    <a:pt x="3183379" y="8796052"/>
                  </a:lnTo>
                  <a:lnTo>
                    <a:pt x="3173686" y="8774963"/>
                  </a:lnTo>
                  <a:lnTo>
                    <a:pt x="3189814" y="8767292"/>
                  </a:lnTo>
                  <a:lnTo>
                    <a:pt x="3199688" y="8788834"/>
                  </a:lnTo>
                  <a:lnTo>
                    <a:pt x="3209050" y="8810644"/>
                  </a:lnTo>
                  <a:lnTo>
                    <a:pt x="3217889" y="8832721"/>
                  </a:lnTo>
                  <a:lnTo>
                    <a:pt x="3226199" y="8855066"/>
                  </a:lnTo>
                  <a:lnTo>
                    <a:pt x="3209402" y="8861043"/>
                  </a:lnTo>
                  <a:close/>
                </a:path>
                <a:path w="7493000" h="9178925">
                  <a:moveTo>
                    <a:pt x="3254529" y="9041765"/>
                  </a:moveTo>
                  <a:lnTo>
                    <a:pt x="3250829" y="9018583"/>
                  </a:lnTo>
                  <a:lnTo>
                    <a:pt x="3246574" y="8995603"/>
                  </a:lnTo>
                  <a:lnTo>
                    <a:pt x="3241771" y="8972823"/>
                  </a:lnTo>
                  <a:lnTo>
                    <a:pt x="3236430" y="8950244"/>
                  </a:lnTo>
                  <a:lnTo>
                    <a:pt x="3253735" y="8945962"/>
                  </a:lnTo>
                  <a:lnTo>
                    <a:pt x="3259182" y="8968944"/>
                  </a:lnTo>
                  <a:lnTo>
                    <a:pt x="3264075" y="8992135"/>
                  </a:lnTo>
                  <a:lnTo>
                    <a:pt x="3268408" y="9015544"/>
                  </a:lnTo>
                  <a:lnTo>
                    <a:pt x="3272173" y="9039177"/>
                  </a:lnTo>
                  <a:lnTo>
                    <a:pt x="3254529" y="9041765"/>
                  </a:lnTo>
                  <a:close/>
                </a:path>
                <a:path w="7493000" h="9178925">
                  <a:moveTo>
                    <a:pt x="3282515" y="9178851"/>
                  </a:moveTo>
                  <a:lnTo>
                    <a:pt x="3264675" y="9178851"/>
                  </a:lnTo>
                  <a:lnTo>
                    <a:pt x="3264615" y="9169241"/>
                  </a:lnTo>
                  <a:lnTo>
                    <a:pt x="3264408" y="9157793"/>
                  </a:lnTo>
                  <a:lnTo>
                    <a:pt x="3264057" y="9146138"/>
                  </a:lnTo>
                  <a:lnTo>
                    <a:pt x="3263565" y="9134534"/>
                  </a:lnTo>
                  <a:lnTo>
                    <a:pt x="3281388" y="9133642"/>
                  </a:lnTo>
                  <a:lnTo>
                    <a:pt x="3281886" y="9145486"/>
                  </a:lnTo>
                  <a:lnTo>
                    <a:pt x="3282243" y="9157347"/>
                  </a:lnTo>
                  <a:lnTo>
                    <a:pt x="3282458" y="9169241"/>
                  </a:lnTo>
                  <a:lnTo>
                    <a:pt x="3282515" y="9178851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26534" y="3646969"/>
              <a:ext cx="1308100" cy="1308100"/>
            </a:xfrm>
            <a:custGeom>
              <a:avLst/>
              <a:gdLst/>
              <a:ahLst/>
              <a:cxnLst/>
              <a:rect l="l" t="t" r="r" b="b"/>
              <a:pathLst>
                <a:path w="1308100" h="1308100">
                  <a:moveTo>
                    <a:pt x="653938" y="1307876"/>
                  </a:moveTo>
                  <a:lnTo>
                    <a:pt x="605133" y="1306082"/>
                  </a:lnTo>
                  <a:lnTo>
                    <a:pt x="557303" y="1300785"/>
                  </a:lnTo>
                  <a:lnTo>
                    <a:pt x="510574" y="1292112"/>
                  </a:lnTo>
                  <a:lnTo>
                    <a:pt x="465072" y="1280189"/>
                  </a:lnTo>
                  <a:lnTo>
                    <a:pt x="420923" y="1265141"/>
                  </a:lnTo>
                  <a:lnTo>
                    <a:pt x="378254" y="1247097"/>
                  </a:lnTo>
                  <a:lnTo>
                    <a:pt x="337191" y="1226182"/>
                  </a:lnTo>
                  <a:lnTo>
                    <a:pt x="297861" y="1202522"/>
                  </a:lnTo>
                  <a:lnTo>
                    <a:pt x="260391" y="1176245"/>
                  </a:lnTo>
                  <a:lnTo>
                    <a:pt x="224906" y="1147476"/>
                  </a:lnTo>
                  <a:lnTo>
                    <a:pt x="191534" y="1116342"/>
                  </a:lnTo>
                  <a:lnTo>
                    <a:pt x="160399" y="1082969"/>
                  </a:lnTo>
                  <a:lnTo>
                    <a:pt x="131630" y="1047484"/>
                  </a:lnTo>
                  <a:lnTo>
                    <a:pt x="105353" y="1010014"/>
                  </a:lnTo>
                  <a:lnTo>
                    <a:pt x="81693" y="970684"/>
                  </a:lnTo>
                  <a:lnTo>
                    <a:pt x="60778" y="929621"/>
                  </a:lnTo>
                  <a:lnTo>
                    <a:pt x="42734" y="886952"/>
                  </a:lnTo>
                  <a:lnTo>
                    <a:pt x="27687" y="842804"/>
                  </a:lnTo>
                  <a:lnTo>
                    <a:pt x="15763" y="797301"/>
                  </a:lnTo>
                  <a:lnTo>
                    <a:pt x="7090" y="750572"/>
                  </a:lnTo>
                  <a:lnTo>
                    <a:pt x="1793" y="702742"/>
                  </a:lnTo>
                  <a:lnTo>
                    <a:pt x="0" y="653938"/>
                  </a:lnTo>
                  <a:lnTo>
                    <a:pt x="1793" y="605133"/>
                  </a:lnTo>
                  <a:lnTo>
                    <a:pt x="7090" y="557303"/>
                  </a:lnTo>
                  <a:lnTo>
                    <a:pt x="15763" y="510574"/>
                  </a:lnTo>
                  <a:lnTo>
                    <a:pt x="27687" y="465072"/>
                  </a:lnTo>
                  <a:lnTo>
                    <a:pt x="42734" y="420923"/>
                  </a:lnTo>
                  <a:lnTo>
                    <a:pt x="60778" y="378254"/>
                  </a:lnTo>
                  <a:lnTo>
                    <a:pt x="81693" y="337191"/>
                  </a:lnTo>
                  <a:lnTo>
                    <a:pt x="105353" y="297861"/>
                  </a:lnTo>
                  <a:lnTo>
                    <a:pt x="131630" y="260391"/>
                  </a:lnTo>
                  <a:lnTo>
                    <a:pt x="160399" y="224906"/>
                  </a:lnTo>
                  <a:lnTo>
                    <a:pt x="191534" y="191534"/>
                  </a:lnTo>
                  <a:lnTo>
                    <a:pt x="224906" y="160399"/>
                  </a:lnTo>
                  <a:lnTo>
                    <a:pt x="260391" y="131630"/>
                  </a:lnTo>
                  <a:lnTo>
                    <a:pt x="297861" y="105353"/>
                  </a:lnTo>
                  <a:lnTo>
                    <a:pt x="337191" y="81693"/>
                  </a:lnTo>
                  <a:lnTo>
                    <a:pt x="378254" y="60778"/>
                  </a:lnTo>
                  <a:lnTo>
                    <a:pt x="420923" y="42734"/>
                  </a:lnTo>
                  <a:lnTo>
                    <a:pt x="465072" y="27687"/>
                  </a:lnTo>
                  <a:lnTo>
                    <a:pt x="510574" y="15763"/>
                  </a:lnTo>
                  <a:lnTo>
                    <a:pt x="557303" y="7090"/>
                  </a:lnTo>
                  <a:lnTo>
                    <a:pt x="605133" y="1793"/>
                  </a:lnTo>
                  <a:lnTo>
                    <a:pt x="653938" y="0"/>
                  </a:lnTo>
                  <a:lnTo>
                    <a:pt x="702742" y="1793"/>
                  </a:lnTo>
                  <a:lnTo>
                    <a:pt x="750572" y="7090"/>
                  </a:lnTo>
                  <a:lnTo>
                    <a:pt x="797301" y="15763"/>
                  </a:lnTo>
                  <a:lnTo>
                    <a:pt x="842804" y="27687"/>
                  </a:lnTo>
                  <a:lnTo>
                    <a:pt x="886952" y="42734"/>
                  </a:lnTo>
                  <a:lnTo>
                    <a:pt x="929621" y="60778"/>
                  </a:lnTo>
                  <a:lnTo>
                    <a:pt x="970684" y="81693"/>
                  </a:lnTo>
                  <a:lnTo>
                    <a:pt x="1010014" y="105353"/>
                  </a:lnTo>
                  <a:lnTo>
                    <a:pt x="1047484" y="131630"/>
                  </a:lnTo>
                  <a:lnTo>
                    <a:pt x="1082969" y="160399"/>
                  </a:lnTo>
                  <a:lnTo>
                    <a:pt x="1116342" y="191534"/>
                  </a:lnTo>
                  <a:lnTo>
                    <a:pt x="1147476" y="224906"/>
                  </a:lnTo>
                  <a:lnTo>
                    <a:pt x="1176245" y="260391"/>
                  </a:lnTo>
                  <a:lnTo>
                    <a:pt x="1202522" y="297861"/>
                  </a:lnTo>
                  <a:lnTo>
                    <a:pt x="1226182" y="337191"/>
                  </a:lnTo>
                  <a:lnTo>
                    <a:pt x="1247097" y="378254"/>
                  </a:lnTo>
                  <a:lnTo>
                    <a:pt x="1265141" y="420923"/>
                  </a:lnTo>
                  <a:lnTo>
                    <a:pt x="1280189" y="465072"/>
                  </a:lnTo>
                  <a:lnTo>
                    <a:pt x="1292112" y="510574"/>
                  </a:lnTo>
                  <a:lnTo>
                    <a:pt x="1300785" y="557303"/>
                  </a:lnTo>
                  <a:lnTo>
                    <a:pt x="1306082" y="605133"/>
                  </a:lnTo>
                  <a:lnTo>
                    <a:pt x="1307876" y="653938"/>
                  </a:lnTo>
                  <a:lnTo>
                    <a:pt x="1306082" y="702742"/>
                  </a:lnTo>
                  <a:lnTo>
                    <a:pt x="1300785" y="750572"/>
                  </a:lnTo>
                  <a:lnTo>
                    <a:pt x="1292112" y="797301"/>
                  </a:lnTo>
                  <a:lnTo>
                    <a:pt x="1280189" y="842804"/>
                  </a:lnTo>
                  <a:lnTo>
                    <a:pt x="1265141" y="886952"/>
                  </a:lnTo>
                  <a:lnTo>
                    <a:pt x="1247097" y="929621"/>
                  </a:lnTo>
                  <a:lnTo>
                    <a:pt x="1226182" y="970684"/>
                  </a:lnTo>
                  <a:lnTo>
                    <a:pt x="1202522" y="1010014"/>
                  </a:lnTo>
                  <a:lnTo>
                    <a:pt x="1176245" y="1047484"/>
                  </a:lnTo>
                  <a:lnTo>
                    <a:pt x="1147476" y="1082969"/>
                  </a:lnTo>
                  <a:lnTo>
                    <a:pt x="1116342" y="1116342"/>
                  </a:lnTo>
                  <a:lnTo>
                    <a:pt x="1082969" y="1147476"/>
                  </a:lnTo>
                  <a:lnTo>
                    <a:pt x="1047484" y="1176245"/>
                  </a:lnTo>
                  <a:lnTo>
                    <a:pt x="1010014" y="1202522"/>
                  </a:lnTo>
                  <a:lnTo>
                    <a:pt x="970684" y="1226182"/>
                  </a:lnTo>
                  <a:lnTo>
                    <a:pt x="929621" y="1247097"/>
                  </a:lnTo>
                  <a:lnTo>
                    <a:pt x="886952" y="1265141"/>
                  </a:lnTo>
                  <a:lnTo>
                    <a:pt x="842804" y="1280189"/>
                  </a:lnTo>
                  <a:lnTo>
                    <a:pt x="797301" y="1292112"/>
                  </a:lnTo>
                  <a:lnTo>
                    <a:pt x="750572" y="1300785"/>
                  </a:lnTo>
                  <a:lnTo>
                    <a:pt x="702742" y="1306082"/>
                  </a:lnTo>
                  <a:lnTo>
                    <a:pt x="653938" y="1307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99728" y="3920133"/>
              <a:ext cx="554990" cy="556895"/>
            </a:xfrm>
            <a:custGeom>
              <a:avLst/>
              <a:gdLst/>
              <a:ahLst/>
              <a:cxnLst/>
              <a:rect l="l" t="t" r="r" b="b"/>
              <a:pathLst>
                <a:path w="554990" h="556895">
                  <a:moveTo>
                    <a:pt x="499897" y="267487"/>
                  </a:moveTo>
                  <a:lnTo>
                    <a:pt x="495884" y="234823"/>
                  </a:lnTo>
                  <a:lnTo>
                    <a:pt x="487121" y="203085"/>
                  </a:lnTo>
                  <a:lnTo>
                    <a:pt x="476910" y="180022"/>
                  </a:lnTo>
                  <a:lnTo>
                    <a:pt x="476910" y="288086"/>
                  </a:lnTo>
                  <a:lnTo>
                    <a:pt x="473303" y="317385"/>
                  </a:lnTo>
                  <a:lnTo>
                    <a:pt x="453567" y="372681"/>
                  </a:lnTo>
                  <a:lnTo>
                    <a:pt x="418680" y="419836"/>
                  </a:lnTo>
                  <a:lnTo>
                    <a:pt x="382625" y="448500"/>
                  </a:lnTo>
                  <a:lnTo>
                    <a:pt x="342303" y="467601"/>
                  </a:lnTo>
                  <a:lnTo>
                    <a:pt x="299415" y="477151"/>
                  </a:lnTo>
                  <a:lnTo>
                    <a:pt x="255676" y="477151"/>
                  </a:lnTo>
                  <a:lnTo>
                    <a:pt x="212788" y="467601"/>
                  </a:lnTo>
                  <a:lnTo>
                    <a:pt x="172466" y="448500"/>
                  </a:lnTo>
                  <a:lnTo>
                    <a:pt x="136398" y="419836"/>
                  </a:lnTo>
                  <a:lnTo>
                    <a:pt x="101511" y="372681"/>
                  </a:lnTo>
                  <a:lnTo>
                    <a:pt x="81775" y="317385"/>
                  </a:lnTo>
                  <a:lnTo>
                    <a:pt x="78181" y="288086"/>
                  </a:lnTo>
                  <a:lnTo>
                    <a:pt x="78905" y="258737"/>
                  </a:lnTo>
                  <a:lnTo>
                    <a:pt x="93141" y="201777"/>
                  </a:lnTo>
                  <a:lnTo>
                    <a:pt x="123253" y="151422"/>
                  </a:lnTo>
                  <a:lnTo>
                    <a:pt x="166649" y="111988"/>
                  </a:lnTo>
                  <a:lnTo>
                    <a:pt x="219608" y="86880"/>
                  </a:lnTo>
                  <a:lnTo>
                    <a:pt x="277545" y="78270"/>
                  </a:lnTo>
                  <a:lnTo>
                    <a:pt x="306908" y="80441"/>
                  </a:lnTo>
                  <a:lnTo>
                    <a:pt x="362813" y="97447"/>
                  </a:lnTo>
                  <a:lnTo>
                    <a:pt x="411645" y="130149"/>
                  </a:lnTo>
                  <a:lnTo>
                    <a:pt x="448703" y="175425"/>
                  </a:lnTo>
                  <a:lnTo>
                    <a:pt x="471182" y="229806"/>
                  </a:lnTo>
                  <a:lnTo>
                    <a:pt x="476910" y="288086"/>
                  </a:lnTo>
                  <a:lnTo>
                    <a:pt x="476910" y="180022"/>
                  </a:lnTo>
                  <a:lnTo>
                    <a:pt x="456399" y="145491"/>
                  </a:lnTo>
                  <a:lnTo>
                    <a:pt x="400062" y="91998"/>
                  </a:lnTo>
                  <a:lnTo>
                    <a:pt x="373989" y="78270"/>
                  </a:lnTo>
                  <a:lnTo>
                    <a:pt x="361353" y="71602"/>
                  </a:lnTo>
                  <a:lnTo>
                    <a:pt x="320078" y="59372"/>
                  </a:lnTo>
                  <a:lnTo>
                    <a:pt x="277545" y="55295"/>
                  </a:lnTo>
                  <a:lnTo>
                    <a:pt x="235000" y="59372"/>
                  </a:lnTo>
                  <a:lnTo>
                    <a:pt x="193725" y="71602"/>
                  </a:lnTo>
                  <a:lnTo>
                    <a:pt x="155016" y="91998"/>
                  </a:lnTo>
                  <a:lnTo>
                    <a:pt x="120129" y="120548"/>
                  </a:lnTo>
                  <a:lnTo>
                    <a:pt x="81203" y="173151"/>
                  </a:lnTo>
                  <a:lnTo>
                    <a:pt x="59194" y="234823"/>
                  </a:lnTo>
                  <a:lnTo>
                    <a:pt x="55181" y="267487"/>
                  </a:lnTo>
                  <a:lnTo>
                    <a:pt x="55994" y="300228"/>
                  </a:lnTo>
                  <a:lnTo>
                    <a:pt x="71869" y="363753"/>
                  </a:lnTo>
                  <a:lnTo>
                    <a:pt x="105384" y="419836"/>
                  </a:lnTo>
                  <a:lnTo>
                    <a:pt x="153860" y="463905"/>
                  </a:lnTo>
                  <a:lnTo>
                    <a:pt x="212915" y="491909"/>
                  </a:lnTo>
                  <a:lnTo>
                    <a:pt x="277545" y="501523"/>
                  </a:lnTo>
                  <a:lnTo>
                    <a:pt x="310299" y="499097"/>
                  </a:lnTo>
                  <a:lnTo>
                    <a:pt x="342163" y="491909"/>
                  </a:lnTo>
                  <a:lnTo>
                    <a:pt x="372643" y="480136"/>
                  </a:lnTo>
                  <a:lnTo>
                    <a:pt x="377888" y="477151"/>
                  </a:lnTo>
                  <a:lnTo>
                    <a:pt x="401218" y="463905"/>
                  </a:lnTo>
                  <a:lnTo>
                    <a:pt x="449694" y="419836"/>
                  </a:lnTo>
                  <a:lnTo>
                    <a:pt x="483209" y="363753"/>
                  </a:lnTo>
                  <a:lnTo>
                    <a:pt x="499084" y="300228"/>
                  </a:lnTo>
                  <a:lnTo>
                    <a:pt x="499897" y="267487"/>
                  </a:lnTo>
                  <a:close/>
                </a:path>
                <a:path w="554990" h="556895">
                  <a:moveTo>
                    <a:pt x="554888" y="264807"/>
                  </a:moveTo>
                  <a:lnTo>
                    <a:pt x="549884" y="224053"/>
                  </a:lnTo>
                  <a:lnTo>
                    <a:pt x="538949" y="184480"/>
                  </a:lnTo>
                  <a:lnTo>
                    <a:pt x="532104" y="169011"/>
                  </a:lnTo>
                  <a:lnTo>
                    <a:pt x="532104" y="278333"/>
                  </a:lnTo>
                  <a:lnTo>
                    <a:pt x="527164" y="328345"/>
                  </a:lnTo>
                  <a:lnTo>
                    <a:pt x="512711" y="375983"/>
                  </a:lnTo>
                  <a:lnTo>
                    <a:pt x="489318" y="419912"/>
                  </a:lnTo>
                  <a:lnTo>
                    <a:pt x="457517" y="458774"/>
                  </a:lnTo>
                  <a:lnTo>
                    <a:pt x="418744" y="490651"/>
                  </a:lnTo>
                  <a:lnTo>
                    <a:pt x="374929" y="514108"/>
                  </a:lnTo>
                  <a:lnTo>
                    <a:pt x="327406" y="528586"/>
                  </a:lnTo>
                  <a:lnTo>
                    <a:pt x="277520" y="533552"/>
                  </a:lnTo>
                  <a:lnTo>
                    <a:pt x="227368" y="528586"/>
                  </a:lnTo>
                  <a:lnTo>
                    <a:pt x="227533" y="528586"/>
                  </a:lnTo>
                  <a:lnTo>
                    <a:pt x="179997" y="514108"/>
                  </a:lnTo>
                  <a:lnTo>
                    <a:pt x="136169" y="490651"/>
                  </a:lnTo>
                  <a:lnTo>
                    <a:pt x="97396" y="458774"/>
                  </a:lnTo>
                  <a:lnTo>
                    <a:pt x="68046" y="423545"/>
                  </a:lnTo>
                  <a:lnTo>
                    <a:pt x="45986" y="384632"/>
                  </a:lnTo>
                  <a:lnTo>
                    <a:pt x="31280" y="343154"/>
                  </a:lnTo>
                  <a:lnTo>
                    <a:pt x="23926" y="300126"/>
                  </a:lnTo>
                  <a:lnTo>
                    <a:pt x="23926" y="256590"/>
                  </a:lnTo>
                  <a:lnTo>
                    <a:pt x="31280" y="213563"/>
                  </a:lnTo>
                  <a:lnTo>
                    <a:pt x="45986" y="172072"/>
                  </a:lnTo>
                  <a:lnTo>
                    <a:pt x="68046" y="133159"/>
                  </a:lnTo>
                  <a:lnTo>
                    <a:pt x="97472" y="97840"/>
                  </a:lnTo>
                  <a:lnTo>
                    <a:pt x="136004" y="66001"/>
                  </a:lnTo>
                  <a:lnTo>
                    <a:pt x="180035" y="42379"/>
                  </a:lnTo>
                  <a:lnTo>
                    <a:pt x="227838" y="27876"/>
                  </a:lnTo>
                  <a:lnTo>
                    <a:pt x="277545" y="23075"/>
                  </a:lnTo>
                  <a:lnTo>
                    <a:pt x="302539" y="24244"/>
                  </a:lnTo>
                  <a:lnTo>
                    <a:pt x="351472" y="33934"/>
                  </a:lnTo>
                  <a:lnTo>
                    <a:pt x="397662" y="53111"/>
                  </a:lnTo>
                  <a:lnTo>
                    <a:pt x="439102" y="80949"/>
                  </a:lnTo>
                  <a:lnTo>
                    <a:pt x="489381" y="136728"/>
                  </a:lnTo>
                  <a:lnTo>
                    <a:pt x="512762" y="180657"/>
                  </a:lnTo>
                  <a:lnTo>
                    <a:pt x="527189" y="228307"/>
                  </a:lnTo>
                  <a:lnTo>
                    <a:pt x="532104" y="278333"/>
                  </a:lnTo>
                  <a:lnTo>
                    <a:pt x="532104" y="169011"/>
                  </a:lnTo>
                  <a:lnTo>
                    <a:pt x="500634" y="112623"/>
                  </a:lnTo>
                  <a:lnTo>
                    <a:pt x="473887" y="81521"/>
                  </a:lnTo>
                  <a:lnTo>
                    <a:pt x="431812" y="46913"/>
                  </a:lnTo>
                  <a:lnTo>
                    <a:pt x="387781" y="23075"/>
                  </a:lnTo>
                  <a:lnTo>
                    <a:pt x="383806" y="21183"/>
                  </a:lnTo>
                  <a:lnTo>
                    <a:pt x="358114" y="11976"/>
                  </a:lnTo>
                  <a:lnTo>
                    <a:pt x="331711" y="5346"/>
                  </a:lnTo>
                  <a:lnTo>
                    <a:pt x="304787" y="1333"/>
                  </a:lnTo>
                  <a:lnTo>
                    <a:pt x="277545" y="0"/>
                  </a:lnTo>
                  <a:lnTo>
                    <a:pt x="250291" y="1333"/>
                  </a:lnTo>
                  <a:lnTo>
                    <a:pt x="196964" y="11976"/>
                  </a:lnTo>
                  <a:lnTo>
                    <a:pt x="146621" y="32880"/>
                  </a:lnTo>
                  <a:lnTo>
                    <a:pt x="101409" y="63157"/>
                  </a:lnTo>
                  <a:lnTo>
                    <a:pt x="51955" y="115989"/>
                  </a:lnTo>
                  <a:lnTo>
                    <a:pt x="29222" y="153720"/>
                  </a:lnTo>
                  <a:lnTo>
                    <a:pt x="12979" y="193903"/>
                  </a:lnTo>
                  <a:lnTo>
                    <a:pt x="3238" y="235724"/>
                  </a:lnTo>
                  <a:lnTo>
                    <a:pt x="0" y="278333"/>
                  </a:lnTo>
                  <a:lnTo>
                    <a:pt x="3238" y="320992"/>
                  </a:lnTo>
                  <a:lnTo>
                    <a:pt x="12979" y="362800"/>
                  </a:lnTo>
                  <a:lnTo>
                    <a:pt x="29222" y="402983"/>
                  </a:lnTo>
                  <a:lnTo>
                    <a:pt x="51955" y="440715"/>
                  </a:lnTo>
                  <a:lnTo>
                    <a:pt x="81191" y="475183"/>
                  </a:lnTo>
                  <a:lnTo>
                    <a:pt x="123088" y="509803"/>
                  </a:lnTo>
                  <a:lnTo>
                    <a:pt x="171221" y="535660"/>
                  </a:lnTo>
                  <a:lnTo>
                    <a:pt x="223342" y="551472"/>
                  </a:lnTo>
                  <a:lnTo>
                    <a:pt x="277545" y="556717"/>
                  </a:lnTo>
                  <a:lnTo>
                    <a:pt x="318389" y="553681"/>
                  </a:lnTo>
                  <a:lnTo>
                    <a:pt x="358140" y="544728"/>
                  </a:lnTo>
                  <a:lnTo>
                    <a:pt x="396163" y="530034"/>
                  </a:lnTo>
                  <a:lnTo>
                    <a:pt x="431812" y="509803"/>
                  </a:lnTo>
                  <a:lnTo>
                    <a:pt x="464096" y="484530"/>
                  </a:lnTo>
                  <a:lnTo>
                    <a:pt x="492188" y="454939"/>
                  </a:lnTo>
                  <a:lnTo>
                    <a:pt x="515658" y="421551"/>
                  </a:lnTo>
                  <a:lnTo>
                    <a:pt x="534085" y="384873"/>
                  </a:lnTo>
                  <a:lnTo>
                    <a:pt x="534162" y="384632"/>
                  </a:lnTo>
                  <a:lnTo>
                    <a:pt x="546925" y="345884"/>
                  </a:lnTo>
                  <a:lnTo>
                    <a:pt x="553885" y="305638"/>
                  </a:lnTo>
                  <a:lnTo>
                    <a:pt x="554888" y="264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9188" y="4031420"/>
              <a:ext cx="184898" cy="1785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552814" y="4374452"/>
              <a:ext cx="311150" cy="311785"/>
            </a:xfrm>
            <a:custGeom>
              <a:avLst/>
              <a:gdLst/>
              <a:ahLst/>
              <a:cxnLst/>
              <a:rect l="l" t="t" r="r" b="b"/>
              <a:pathLst>
                <a:path w="311150" h="311785">
                  <a:moveTo>
                    <a:pt x="228971" y="311393"/>
                  </a:moveTo>
                  <a:lnTo>
                    <a:pt x="190447" y="301758"/>
                  </a:lnTo>
                  <a:lnTo>
                    <a:pt x="2302" y="118129"/>
                  </a:lnTo>
                  <a:lnTo>
                    <a:pt x="0" y="112555"/>
                  </a:lnTo>
                  <a:lnTo>
                    <a:pt x="0" y="109525"/>
                  </a:lnTo>
                  <a:lnTo>
                    <a:pt x="103700" y="2307"/>
                  </a:lnTo>
                  <a:lnTo>
                    <a:pt x="109258" y="0"/>
                  </a:lnTo>
                  <a:lnTo>
                    <a:pt x="112281" y="0"/>
                  </a:lnTo>
                  <a:lnTo>
                    <a:pt x="143326" y="27857"/>
                  </a:lnTo>
                  <a:lnTo>
                    <a:pt x="110769" y="27857"/>
                  </a:lnTo>
                  <a:lnTo>
                    <a:pt x="27789" y="111041"/>
                  </a:lnTo>
                  <a:lnTo>
                    <a:pt x="187481" y="271126"/>
                  </a:lnTo>
                  <a:lnTo>
                    <a:pt x="228971" y="288355"/>
                  </a:lnTo>
                  <a:lnTo>
                    <a:pt x="285605" y="288355"/>
                  </a:lnTo>
                  <a:lnTo>
                    <a:pt x="283870" y="290182"/>
                  </a:lnTo>
                  <a:lnTo>
                    <a:pt x="274367" y="297613"/>
                  </a:lnTo>
                  <a:lnTo>
                    <a:pt x="263877" y="303562"/>
                  </a:lnTo>
                  <a:lnTo>
                    <a:pt x="252689" y="307880"/>
                  </a:lnTo>
                  <a:lnTo>
                    <a:pt x="240991" y="310509"/>
                  </a:lnTo>
                  <a:lnTo>
                    <a:pt x="228971" y="311393"/>
                  </a:lnTo>
                  <a:close/>
                </a:path>
                <a:path w="311150" h="311785">
                  <a:moveTo>
                    <a:pt x="285605" y="288355"/>
                  </a:moveTo>
                  <a:lnTo>
                    <a:pt x="228971" y="288355"/>
                  </a:lnTo>
                  <a:lnTo>
                    <a:pt x="240472" y="287214"/>
                  </a:lnTo>
                  <a:lnTo>
                    <a:pt x="251426" y="283877"/>
                  </a:lnTo>
                  <a:lnTo>
                    <a:pt x="283181" y="252043"/>
                  </a:lnTo>
                  <a:lnTo>
                    <a:pt x="287647" y="229534"/>
                  </a:lnTo>
                  <a:lnTo>
                    <a:pt x="286510" y="218004"/>
                  </a:lnTo>
                  <a:lnTo>
                    <a:pt x="283181" y="207024"/>
                  </a:lnTo>
                  <a:lnTo>
                    <a:pt x="277790" y="196900"/>
                  </a:lnTo>
                  <a:lnTo>
                    <a:pt x="270462" y="187941"/>
                  </a:lnTo>
                  <a:lnTo>
                    <a:pt x="110769" y="27857"/>
                  </a:lnTo>
                  <a:lnTo>
                    <a:pt x="143326" y="27857"/>
                  </a:lnTo>
                  <a:lnTo>
                    <a:pt x="286740" y="171622"/>
                  </a:lnTo>
                  <a:lnTo>
                    <a:pt x="309112" y="213548"/>
                  </a:lnTo>
                  <a:lnTo>
                    <a:pt x="310586" y="225539"/>
                  </a:lnTo>
                  <a:lnTo>
                    <a:pt x="310291" y="237553"/>
                  </a:lnTo>
                  <a:lnTo>
                    <a:pt x="308244" y="249394"/>
                  </a:lnTo>
                  <a:lnTo>
                    <a:pt x="304466" y="260867"/>
                  </a:lnTo>
                  <a:lnTo>
                    <a:pt x="299043" y="271657"/>
                  </a:lnTo>
                  <a:lnTo>
                    <a:pt x="292136" y="281479"/>
                  </a:lnTo>
                  <a:lnTo>
                    <a:pt x="285605" y="2883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7948" y="4349536"/>
              <a:ext cx="122215" cy="1222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6043" y="4518035"/>
              <a:ext cx="167343" cy="1678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51823" y="8744785"/>
              <a:ext cx="2867024" cy="1542214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678381"/>
            <a:ext cx="3610276" cy="26086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66592" y="0"/>
            <a:ext cx="4021405" cy="4407143"/>
          </a:xfrm>
          <a:prstGeom prst="rect">
            <a:avLst/>
          </a:prstGeom>
        </p:spPr>
      </p:pic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279588" y="52452"/>
            <a:ext cx="6589395" cy="20345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764540" algn="ctr">
              <a:lnSpc>
                <a:spcPts val="7890"/>
              </a:lnSpc>
              <a:spcBef>
                <a:spcPts val="135"/>
              </a:spcBef>
            </a:pPr>
            <a:r>
              <a:rPr sz="7200" spc="-480" dirty="0"/>
              <a:t>Career</a:t>
            </a:r>
          </a:p>
          <a:p>
            <a:pPr marL="12700">
              <a:lnSpc>
                <a:spcPts val="7890"/>
              </a:lnSpc>
            </a:pPr>
            <a:r>
              <a:rPr sz="7200" b="1" spc="550" dirty="0">
                <a:solidFill>
                  <a:srgbClr val="004AAC"/>
                </a:solidFill>
                <a:latin typeface="Trebuchet MS"/>
                <a:cs typeface="Trebuchet MS"/>
              </a:rPr>
              <a:t>ASPIRATIONS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A06FC7-92B7-DC79-7E7C-1C24D00348C7}"/>
              </a:ext>
            </a:extLst>
          </p:cNvPr>
          <p:cNvSpPr txBox="1"/>
          <p:nvPr/>
        </p:nvSpPr>
        <p:spPr>
          <a:xfrm>
            <a:off x="6868983" y="489180"/>
            <a:ext cx="50944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🎯 LONG-TERM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Become a skilled </a:t>
            </a:r>
            <a:r>
              <a:rPr lang="en-US" b="1" dirty="0">
                <a:solidFill>
                  <a:schemeClr val="tx2"/>
                </a:solidFill>
              </a:rPr>
              <a:t>AI/ML &amp; Full-Stack Software Engineer</a:t>
            </a:r>
            <a:r>
              <a:rPr lang="en-US" dirty="0">
                <a:solidFill>
                  <a:schemeClr val="tx2"/>
                </a:solidFill>
              </a:rPr>
              <a:t> capable of building intelligent, scalable, and real-world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Build expertise in </a:t>
            </a:r>
            <a:r>
              <a:rPr lang="en-US" b="1" dirty="0">
                <a:solidFill>
                  <a:schemeClr val="tx2"/>
                </a:solidFill>
              </a:rPr>
              <a:t>AI/ML and Generative AI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Become strong in </a:t>
            </a:r>
            <a:r>
              <a:rPr lang="en-US" b="1" dirty="0">
                <a:solidFill>
                  <a:schemeClr val="tx2"/>
                </a:solidFill>
              </a:rPr>
              <a:t>backend &amp; system design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Develop scalable, production-ready applications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Contribute to impactful technology solutions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AF42E-5B5D-650D-D79A-AF7550CB67CD}"/>
              </a:ext>
            </a:extLst>
          </p:cNvPr>
          <p:cNvSpPr txBox="1"/>
          <p:nvPr/>
        </p:nvSpPr>
        <p:spPr>
          <a:xfrm>
            <a:off x="13106400" y="4531331"/>
            <a:ext cx="5154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💡 WHY THIS PATH?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Passionate about </a:t>
            </a:r>
            <a:r>
              <a:rPr lang="en-US" b="1" dirty="0">
                <a:solidFill>
                  <a:schemeClr val="tx2"/>
                </a:solidFill>
              </a:rPr>
              <a:t>AI and emerging technologies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Enjoy solving problems through </a:t>
            </a:r>
            <a:r>
              <a:rPr lang="en-US" b="1" dirty="0">
                <a:solidFill>
                  <a:schemeClr val="tx2"/>
                </a:solidFill>
              </a:rPr>
              <a:t>software and intelligent systems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Interested in transforming ideas into </a:t>
            </a:r>
            <a:r>
              <a:rPr lang="en-US" b="1" dirty="0">
                <a:solidFill>
                  <a:schemeClr val="tx2"/>
                </a:solidFill>
              </a:rPr>
              <a:t>practical applications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Motivated by continuous learning and technical growth</a:t>
            </a:r>
          </a:p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87243D-0783-6C22-F4D6-5C3A0E405919}"/>
              </a:ext>
            </a:extLst>
          </p:cNvPr>
          <p:cNvSpPr txBox="1"/>
          <p:nvPr/>
        </p:nvSpPr>
        <p:spPr>
          <a:xfrm>
            <a:off x="2781301" y="7383986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🚀 DOMAIN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Artificial Intelligence &amp; Machine Learning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Generative AI &amp; Multi-LLM Systems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Full-Stack Development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Backend Engineering &amp; APIs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83F8CE-D921-7D56-9E39-34D1B285BD91}"/>
              </a:ext>
            </a:extLst>
          </p:cNvPr>
          <p:cNvSpPr txBox="1"/>
          <p:nvPr/>
        </p:nvSpPr>
        <p:spPr>
          <a:xfrm>
            <a:off x="552782" y="3637078"/>
            <a:ext cx="7416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🛣️ ROADMAP TO ACHIEVE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Strengthen </a:t>
            </a:r>
            <a:r>
              <a:rPr lang="en-US" b="1" dirty="0">
                <a:solidFill>
                  <a:schemeClr val="tx2"/>
                </a:solidFill>
              </a:rPr>
              <a:t>DSA, Java, Python &amp; System Design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Advance skills in </a:t>
            </a:r>
            <a:r>
              <a:rPr lang="en-US" b="1" dirty="0">
                <a:solidFill>
                  <a:schemeClr val="tx2"/>
                </a:solidFill>
              </a:rPr>
              <a:t>React, Next.js, Node.js &amp; APIs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Deepen knowledge of </a:t>
            </a:r>
            <a:r>
              <a:rPr lang="en-US" b="1" dirty="0">
                <a:solidFill>
                  <a:schemeClr val="tx2"/>
                </a:solidFill>
              </a:rPr>
              <a:t>Machine Learning &amp; Generative AI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Build and deploy </a:t>
            </a:r>
            <a:r>
              <a:rPr lang="en-US" b="1" dirty="0">
                <a:solidFill>
                  <a:schemeClr val="tx2"/>
                </a:solidFill>
              </a:rPr>
              <a:t>real-world full-stack projects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Learn </a:t>
            </a:r>
            <a:r>
              <a:rPr lang="en-US" b="1" dirty="0">
                <a:solidFill>
                  <a:schemeClr val="tx2"/>
                </a:solidFill>
              </a:rPr>
              <a:t>cloud, Docker &amp; modern deployment practices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Contribute to </a:t>
            </a:r>
            <a:r>
              <a:rPr lang="en-US" b="1" dirty="0">
                <a:solidFill>
                  <a:schemeClr val="tx2"/>
                </a:solidFill>
              </a:rPr>
              <a:t>open-source and collaborative projects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1030</Words>
  <Application>Microsoft Office PowerPoint</Application>
  <PresentationFormat>Custom</PresentationFormat>
  <Paragraphs>139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Black</vt:lpstr>
      <vt:lpstr>Arial MT</vt:lpstr>
      <vt:lpstr>Calibri</vt:lpstr>
      <vt:lpstr>Forte</vt:lpstr>
      <vt:lpstr>Freestyle Script</vt:lpstr>
      <vt:lpstr>Tahoma</vt:lpstr>
      <vt:lpstr>Trebuchet MS</vt:lpstr>
      <vt:lpstr>Office Theme</vt:lpstr>
      <vt:lpstr>PowerPoint Presentation</vt:lpstr>
      <vt:lpstr>Career ASPIRATIONS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infosys ashu</dc:title>
  <dc:creator>Navneet kushwaha</dc:creator>
  <cp:keywords>DAGxExokJBs,BAFPYug0VGo,0</cp:keywords>
  <cp:lastModifiedBy>Bipin Nayak</cp:lastModifiedBy>
  <cp:revision>1</cp:revision>
  <dcterms:created xsi:type="dcterms:W3CDTF">2026-08-27T05:44:09Z</dcterms:created>
  <dcterms:modified xsi:type="dcterms:W3CDTF">2026-08-27T06:12:35Z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2025-08-30T00:00:00Z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2026-08-27T00:00:00Z</vt:filetime>
  </property>
  <property fmtid="{D5CDD505-2E9C-101B-9397-08002B2CF9AE}" pid="6" name="Producer">
    <vt:lpwstr>Canva</vt:lpwstr>
  </property>
</Properties>
</file>